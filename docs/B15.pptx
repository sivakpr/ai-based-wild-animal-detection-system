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theme/theme2.xml" ContentType="application/vnd.openxmlformats-officedocument.theme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5" r:id="rId4"/>
    <p:sldMasterId id="2147483726" r:id="rId5"/>
    <p:sldMasterId id="2147483827" r:id="rId6"/>
  </p:sldMasterIdLst>
  <p:notesMasterIdLst>
    <p:notesMasterId r:id="rId28"/>
  </p:notesMasterIdLst>
  <p:sldIdLst>
    <p:sldId id="530" r:id="rId7"/>
    <p:sldId id="545" r:id="rId8"/>
    <p:sldId id="546" r:id="rId9"/>
    <p:sldId id="557" r:id="rId10"/>
    <p:sldId id="547" r:id="rId11"/>
    <p:sldId id="568" r:id="rId12"/>
    <p:sldId id="558" r:id="rId13"/>
    <p:sldId id="567" r:id="rId14"/>
    <p:sldId id="564" r:id="rId15"/>
    <p:sldId id="563" r:id="rId16"/>
    <p:sldId id="556" r:id="rId17"/>
    <p:sldId id="565" r:id="rId18"/>
    <p:sldId id="566" r:id="rId19"/>
    <p:sldId id="571" r:id="rId20"/>
    <p:sldId id="560" r:id="rId21"/>
    <p:sldId id="561" r:id="rId22"/>
    <p:sldId id="562" r:id="rId23"/>
    <p:sldId id="559" r:id="rId24"/>
    <p:sldId id="570" r:id="rId25"/>
    <p:sldId id="544" r:id="rId26"/>
    <p:sldId id="569" r:id="rId27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A35FECA-C45C-4030-9633-A2F2C1681124}">
          <p14:sldIdLst>
            <p14:sldId id="530"/>
            <p14:sldId id="545"/>
            <p14:sldId id="546"/>
            <p14:sldId id="557"/>
            <p14:sldId id="547"/>
            <p14:sldId id="568"/>
            <p14:sldId id="558"/>
            <p14:sldId id="567"/>
            <p14:sldId id="564"/>
            <p14:sldId id="563"/>
            <p14:sldId id="556"/>
            <p14:sldId id="565"/>
            <p14:sldId id="566"/>
            <p14:sldId id="571"/>
            <p14:sldId id="560"/>
            <p14:sldId id="561"/>
            <p14:sldId id="562"/>
            <p14:sldId id="559"/>
            <p14:sldId id="570"/>
            <p14:sldId id="544"/>
            <p14:sldId id="56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1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40E12"/>
    <a:srgbClr val="8822EE"/>
    <a:srgbClr val="F01688"/>
    <a:srgbClr val="2F21F3"/>
    <a:srgbClr val="FEB52B"/>
    <a:srgbClr val="F01689"/>
    <a:srgbClr val="6F22E3"/>
    <a:srgbClr val="E218A3"/>
    <a:srgbClr val="BA20DB"/>
    <a:srgbClr val="6A23F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60" autoAdjust="0"/>
    <p:restoredTop sz="94102" autoAdjust="0"/>
  </p:normalViewPr>
  <p:slideViewPr>
    <p:cSldViewPr snapToGrid="0">
      <p:cViewPr varScale="1">
        <p:scale>
          <a:sx n="77" d="100"/>
          <a:sy n="77" d="100"/>
        </p:scale>
        <p:origin x="1066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7.xml"/><Relationship Id="rId18" Type="http://schemas.openxmlformats.org/officeDocument/2006/relationships/slide" Target="slides/slide12.xml"/><Relationship Id="rId26" Type="http://schemas.openxmlformats.org/officeDocument/2006/relationships/slide" Target="slides/slide20.xml"/><Relationship Id="rId3" Type="http://schemas.openxmlformats.org/officeDocument/2006/relationships/customXml" Target="../customXml/item3.xml"/><Relationship Id="rId21" Type="http://schemas.openxmlformats.org/officeDocument/2006/relationships/slide" Target="slides/slide15.xml"/><Relationship Id="rId34" Type="http://schemas.microsoft.com/office/2018/10/relationships/authors" Target="authors.xml"/><Relationship Id="rId7" Type="http://schemas.openxmlformats.org/officeDocument/2006/relationships/slide" Target="slides/slide1.xml"/><Relationship Id="rId12" Type="http://schemas.openxmlformats.org/officeDocument/2006/relationships/slide" Target="slides/slide6.xml"/><Relationship Id="rId17" Type="http://schemas.openxmlformats.org/officeDocument/2006/relationships/slide" Target="slides/slide11.xml"/><Relationship Id="rId25" Type="http://schemas.openxmlformats.org/officeDocument/2006/relationships/slide" Target="slides/slide19.xml"/><Relationship Id="rId33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slide" Target="slides/slide10.xml"/><Relationship Id="rId20" Type="http://schemas.openxmlformats.org/officeDocument/2006/relationships/slide" Target="slides/slide14.xml"/><Relationship Id="rId29" Type="http://schemas.openxmlformats.org/officeDocument/2006/relationships/commentAuthors" Target="commentAuthors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3.xml"/><Relationship Id="rId11" Type="http://schemas.openxmlformats.org/officeDocument/2006/relationships/slide" Target="slides/slide5.xml"/><Relationship Id="rId24" Type="http://schemas.openxmlformats.org/officeDocument/2006/relationships/slide" Target="slides/slide18.xml"/><Relationship Id="rId32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9.xml"/><Relationship Id="rId23" Type="http://schemas.openxmlformats.org/officeDocument/2006/relationships/slide" Target="slides/slide17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9" Type="http://schemas.openxmlformats.org/officeDocument/2006/relationships/slide" Target="slides/slide13.xml"/><Relationship Id="rId31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4" Type="http://schemas.openxmlformats.org/officeDocument/2006/relationships/slide" Target="slides/slide8.xml"/><Relationship Id="rId22" Type="http://schemas.openxmlformats.org/officeDocument/2006/relationships/slide" Target="slides/slide16.xml"/><Relationship Id="rId27" Type="http://schemas.openxmlformats.org/officeDocument/2006/relationships/slide" Target="slides/slide21.xml"/><Relationship Id="rId30" Type="http://schemas.openxmlformats.org/officeDocument/2006/relationships/presProps" Target="presProps.xml"/><Relationship Id="rId8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00BCFC-AFFD-334C-A183-6116BAFDF92B}" type="datetimeFigureOut">
              <a:rPr lang="en-US" smtClean="0"/>
              <a:t>5/8/2026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3C058E0-0852-DB43-83D6-BD76659FF1D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9306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3C058E0-0852-DB43-83D6-BD76659FF1D8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206010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tBDf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>
            <a:off x="9794767" y="173933"/>
            <a:ext cx="6518800" cy="6518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0" name="Google Shape;10;p2"/>
          <p:cNvGrpSpPr/>
          <p:nvPr/>
        </p:nvGrpSpPr>
        <p:grpSpPr>
          <a:xfrm>
            <a:off x="969900" y="-65699"/>
            <a:ext cx="10271200" cy="6991100"/>
            <a:chOff x="727425" y="-49275"/>
            <a:chExt cx="7703400" cy="5243325"/>
          </a:xfrm>
        </p:grpSpPr>
        <p:sp>
          <p:nvSpPr>
            <p:cNvPr id="11" name="Google Shape;11;p2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2" name="Google Shape;12;p2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" name="Google Shape;13;p2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1449500" y="2226951"/>
            <a:ext cx="7863200" cy="18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5067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933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1449500" y="3996651"/>
            <a:ext cx="7863200" cy="63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24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109451876"/>
      </p:ext>
    </p:extLst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/>
          <p:nvPr/>
        </p:nvSpPr>
        <p:spPr>
          <a:xfrm>
            <a:off x="8578300" y="0"/>
            <a:ext cx="6858000" cy="685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" name="Google Shape;18;p3"/>
          <p:cNvGrpSpPr/>
          <p:nvPr/>
        </p:nvGrpSpPr>
        <p:grpSpPr>
          <a:xfrm>
            <a:off x="950967" y="-83400"/>
            <a:ext cx="10290400" cy="6946800"/>
            <a:chOff x="713225" y="-62550"/>
            <a:chExt cx="7717800" cy="5210100"/>
          </a:xfrm>
        </p:grpSpPr>
        <p:sp>
          <p:nvSpPr>
            <p:cNvPr id="19" name="Google Shape;19;p3"/>
            <p:cNvSpPr/>
            <p:nvPr/>
          </p:nvSpPr>
          <p:spPr>
            <a:xfrm>
              <a:off x="713225" y="533550"/>
              <a:ext cx="77178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0" name="Google Shape;20;p3"/>
            <p:cNvCxnSpPr/>
            <p:nvPr/>
          </p:nvCxnSpPr>
          <p:spPr>
            <a:xfrm rot="10800000">
              <a:off x="713225" y="-62550"/>
              <a:ext cx="0" cy="596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" name="Google Shape;21;p3"/>
            <p:cNvCxnSpPr/>
            <p:nvPr/>
          </p:nvCxnSpPr>
          <p:spPr>
            <a:xfrm>
              <a:off x="8430775" y="4608450"/>
              <a:ext cx="0" cy="5391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1621967" y="2636200"/>
            <a:ext cx="6756800" cy="1122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6667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title" idx="2" hasCustomPrompt="1"/>
          </p:nvPr>
        </p:nvSpPr>
        <p:spPr>
          <a:xfrm>
            <a:off x="960000" y="711400"/>
            <a:ext cx="1099200" cy="940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4400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8000"/>
            </a:lvl9pPr>
          </a:lstStyle>
          <a:p>
            <a:r>
              <a:t>xx%</a:t>
            </a:r>
          </a:p>
        </p:txBody>
      </p:sp>
      <p:sp>
        <p:nvSpPr>
          <p:cNvPr id="24" name="Google Shape;24;p3"/>
          <p:cNvSpPr txBox="1">
            <a:spLocks noGrp="1"/>
          </p:cNvSpPr>
          <p:nvPr>
            <p:ph type="subTitle" idx="1"/>
          </p:nvPr>
        </p:nvSpPr>
        <p:spPr>
          <a:xfrm>
            <a:off x="1621967" y="3641000"/>
            <a:ext cx="6756800" cy="58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36467212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10987533" y="56057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7" name="Google Shape;27;p4"/>
          <p:cNvGrpSpPr/>
          <p:nvPr/>
        </p:nvGrpSpPr>
        <p:grpSpPr>
          <a:xfrm>
            <a:off x="-25400" y="310400"/>
            <a:ext cx="11907000" cy="6703200"/>
            <a:chOff x="-19050" y="232800"/>
            <a:chExt cx="8930250" cy="5027400"/>
          </a:xfrm>
        </p:grpSpPr>
        <p:sp>
          <p:nvSpPr>
            <p:cNvPr id="28" name="Google Shape;28;p4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9" name="Google Shape;29;p4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0" name="Google Shape;30;p4"/>
            <p:cNvCxnSpPr/>
            <p:nvPr/>
          </p:nvCxnSpPr>
          <p:spPr>
            <a:xfrm>
              <a:off x="8911200" y="4917300"/>
              <a:ext cx="0" cy="34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1" name="Google Shape;31;p4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body" idx="1"/>
          </p:nvPr>
        </p:nvSpPr>
        <p:spPr>
          <a:xfrm>
            <a:off x="960000" y="1621000"/>
            <a:ext cx="10272000" cy="431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609585" lvl="0" indent="-372524" rtl="0">
              <a:spcBef>
                <a:spcPts val="0"/>
              </a:spcBef>
              <a:spcAft>
                <a:spcPts val="0"/>
              </a:spcAft>
              <a:buSzPts val="800"/>
              <a:buChar char="●"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1219170" lvl="1" indent="-406390" rtl="0">
              <a:spcBef>
                <a:spcPts val="0"/>
              </a:spcBef>
              <a:spcAft>
                <a:spcPts val="0"/>
              </a:spcAft>
              <a:buSzPts val="1200"/>
              <a:buChar char="○"/>
              <a:defRPr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828754" lvl="2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2438339" lvl="3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marL="3047924" lvl="4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5pPr>
            <a:lvl6pPr marL="3657509" lvl="5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6pPr>
            <a:lvl7pPr marL="4267093" lvl="6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7pPr>
            <a:lvl8pPr marL="4876678" lvl="7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/>
            </a:lvl8pPr>
            <a:lvl9pPr marL="5486263" lvl="8" indent="-40639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93251750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/>
          <p:nvPr/>
        </p:nvSpPr>
        <p:spPr>
          <a:xfrm>
            <a:off x="10987533" y="56057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35" name="Google Shape;35;p5"/>
          <p:cNvGrpSpPr/>
          <p:nvPr/>
        </p:nvGrpSpPr>
        <p:grpSpPr>
          <a:xfrm>
            <a:off x="-102800" y="310400"/>
            <a:ext cx="11984400" cy="6619067"/>
            <a:chOff x="-77100" y="232800"/>
            <a:chExt cx="8988300" cy="4964300"/>
          </a:xfrm>
        </p:grpSpPr>
        <p:sp>
          <p:nvSpPr>
            <p:cNvPr id="36" name="Google Shape;36;p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37" name="Google Shape;37;p5"/>
            <p:cNvCxnSpPr/>
            <p:nvPr/>
          </p:nvCxnSpPr>
          <p:spPr>
            <a:xfrm rot="10800000">
              <a:off x="-771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38" name="Google Shape;38;p5"/>
            <p:cNvCxnSpPr/>
            <p:nvPr/>
          </p:nvCxnSpPr>
          <p:spPr>
            <a:xfrm rot="10800000">
              <a:off x="8911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39" name="Google Shape;39;p5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0" name="Google Shape;40;p5"/>
          <p:cNvSpPr txBox="1">
            <a:spLocks noGrp="1"/>
          </p:cNvSpPr>
          <p:nvPr>
            <p:ph type="subTitle" idx="1"/>
          </p:nvPr>
        </p:nvSpPr>
        <p:spPr>
          <a:xfrm>
            <a:off x="6201691" y="2315404"/>
            <a:ext cx="5030400" cy="3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●"/>
              <a:defRPr sz="37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○"/>
              <a:defRPr sz="37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Char char="■"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1" name="Google Shape;41;p5"/>
          <p:cNvSpPr txBox="1">
            <a:spLocks noGrp="1"/>
          </p:cNvSpPr>
          <p:nvPr>
            <p:ph type="subTitle" idx="2"/>
          </p:nvPr>
        </p:nvSpPr>
        <p:spPr>
          <a:xfrm>
            <a:off x="960000" y="2315404"/>
            <a:ext cx="5030400" cy="3648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3"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3733"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 sz="3733"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 sz="37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2" name="Google Shape;42;p5"/>
          <p:cNvSpPr txBox="1">
            <a:spLocks noGrp="1"/>
          </p:cNvSpPr>
          <p:nvPr>
            <p:ph type="subTitle" idx="3"/>
          </p:nvPr>
        </p:nvSpPr>
        <p:spPr>
          <a:xfrm>
            <a:off x="960000" y="1935000"/>
            <a:ext cx="5030400" cy="48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3" name="Google Shape;43;p5"/>
          <p:cNvSpPr txBox="1">
            <a:spLocks noGrp="1"/>
          </p:cNvSpPr>
          <p:nvPr>
            <p:ph type="subTitle" idx="4"/>
          </p:nvPr>
        </p:nvSpPr>
        <p:spPr>
          <a:xfrm>
            <a:off x="6201691" y="1935000"/>
            <a:ext cx="5030400" cy="482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Figtree Black"/>
              <a:buNone/>
              <a:defRPr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893876864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6"/>
          <p:cNvSpPr/>
          <p:nvPr/>
        </p:nvSpPr>
        <p:spPr>
          <a:xfrm>
            <a:off x="10987533" y="56057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6" name="Google Shape;46;p6"/>
          <p:cNvGrpSpPr/>
          <p:nvPr/>
        </p:nvGrpSpPr>
        <p:grpSpPr>
          <a:xfrm>
            <a:off x="309600" y="-65867"/>
            <a:ext cx="11572000" cy="7001067"/>
            <a:chOff x="232200" y="-49400"/>
            <a:chExt cx="8679000" cy="5250800"/>
          </a:xfrm>
        </p:grpSpPr>
        <p:grpSp>
          <p:nvGrpSpPr>
            <p:cNvPr id="47" name="Google Shape;47;p6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sp>
            <p:nvSpPr>
              <p:cNvPr id="48" name="Google Shape;48;p6"/>
              <p:cNvSpPr/>
              <p:nvPr/>
            </p:nvSpPr>
            <p:spPr>
              <a:xfrm>
                <a:off x="232200" y="232800"/>
                <a:ext cx="8679000" cy="46845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49" name="Google Shape;49;p6"/>
              <p:cNvCxnSpPr/>
              <p:nvPr/>
            </p:nvCxnSpPr>
            <p:spPr>
              <a:xfrm rot="10800000">
                <a:off x="8911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50" name="Google Shape;50;p6"/>
              <p:cNvCxnSpPr/>
              <p:nvPr/>
            </p:nvCxnSpPr>
            <p:spPr>
              <a:xfrm rot="10800000">
                <a:off x="232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sp>
          <p:nvSpPr>
            <p:cNvPr id="51" name="Google Shape;51;p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52" name="Google Shape;52;p6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3590690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7"/>
          <p:cNvSpPr/>
          <p:nvPr/>
        </p:nvSpPr>
        <p:spPr>
          <a:xfrm>
            <a:off x="10987533" y="56057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55" name="Google Shape;55;p7"/>
          <p:cNvGrpSpPr/>
          <p:nvPr/>
        </p:nvGrpSpPr>
        <p:grpSpPr>
          <a:xfrm>
            <a:off x="-25400" y="-21333"/>
            <a:ext cx="11907000" cy="6577733"/>
            <a:chOff x="-19050" y="-16000"/>
            <a:chExt cx="8930250" cy="4933300"/>
          </a:xfrm>
        </p:grpSpPr>
        <p:sp>
          <p:nvSpPr>
            <p:cNvPr id="56" name="Google Shape;56;p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57" name="Google Shape;57;p7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58" name="Google Shape;58;p7"/>
            <p:cNvCxnSpPr/>
            <p:nvPr/>
          </p:nvCxnSpPr>
          <p:spPr>
            <a:xfrm rot="10800000">
              <a:off x="8911200" y="-16000"/>
              <a:ext cx="0" cy="258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59" name="Google Shape;59;p7"/>
          <p:cNvSpPr txBox="1">
            <a:spLocks noGrp="1"/>
          </p:cNvSpPr>
          <p:nvPr>
            <p:ph type="title"/>
          </p:nvPr>
        </p:nvSpPr>
        <p:spPr>
          <a:xfrm>
            <a:off x="960000" y="597400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0" name="Google Shape;60;p7"/>
          <p:cNvSpPr txBox="1">
            <a:spLocks noGrp="1"/>
          </p:cNvSpPr>
          <p:nvPr>
            <p:ph type="subTitle" idx="1"/>
          </p:nvPr>
        </p:nvSpPr>
        <p:spPr>
          <a:xfrm>
            <a:off x="2311500" y="1814700"/>
            <a:ext cx="8773600" cy="387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Char char="●"/>
              <a:defRPr sz="2133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84886696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 poin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8"/>
          <p:cNvSpPr/>
          <p:nvPr/>
        </p:nvSpPr>
        <p:spPr>
          <a:xfrm>
            <a:off x="2676500" y="3702533"/>
            <a:ext cx="6858000" cy="685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63" name="Google Shape;63;p8"/>
          <p:cNvGrpSpPr/>
          <p:nvPr/>
        </p:nvGrpSpPr>
        <p:grpSpPr>
          <a:xfrm>
            <a:off x="-33" y="711401"/>
            <a:ext cx="12361300" cy="5433367"/>
            <a:chOff x="-25" y="533550"/>
            <a:chExt cx="9270975" cy="4075025"/>
          </a:xfrm>
        </p:grpSpPr>
        <p:sp>
          <p:nvSpPr>
            <p:cNvPr id="64" name="Google Shape;64;p8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5067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endParaRPr>
            </a:p>
          </p:txBody>
        </p:sp>
        <p:cxnSp>
          <p:nvCxnSpPr>
            <p:cNvPr id="65" name="Google Shape;65;p8"/>
            <p:cNvCxnSpPr/>
            <p:nvPr/>
          </p:nvCxnSpPr>
          <p:spPr>
            <a:xfrm rot="10800000">
              <a:off x="8430950" y="533550"/>
              <a:ext cx="840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66" name="Google Shape;66;p8"/>
            <p:cNvCxnSpPr/>
            <p:nvPr/>
          </p:nvCxnSpPr>
          <p:spPr>
            <a:xfrm rot="10800000">
              <a:off x="-25" y="4608575"/>
              <a:ext cx="740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67" name="Google Shape;67;p8"/>
          <p:cNvSpPr txBox="1">
            <a:spLocks noGrp="1"/>
          </p:cNvSpPr>
          <p:nvPr>
            <p:ph type="title"/>
          </p:nvPr>
        </p:nvSpPr>
        <p:spPr>
          <a:xfrm>
            <a:off x="2192600" y="2311200"/>
            <a:ext cx="7806800" cy="1014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5733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64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319194434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 title and description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9"/>
          <p:cNvSpPr/>
          <p:nvPr/>
        </p:nvSpPr>
        <p:spPr>
          <a:xfrm>
            <a:off x="-3484600" y="-168033"/>
            <a:ext cx="7202800" cy="72028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70" name="Google Shape;70;p9"/>
          <p:cNvGrpSpPr/>
          <p:nvPr/>
        </p:nvGrpSpPr>
        <p:grpSpPr>
          <a:xfrm>
            <a:off x="969900" y="-65699"/>
            <a:ext cx="10271200" cy="6991100"/>
            <a:chOff x="727425" y="-49275"/>
            <a:chExt cx="7703400" cy="5243325"/>
          </a:xfrm>
        </p:grpSpPr>
        <p:sp>
          <p:nvSpPr>
            <p:cNvPr id="71" name="Google Shape;71;p9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72" name="Google Shape;72;p9"/>
            <p:cNvCxnSpPr/>
            <p:nvPr/>
          </p:nvCxnSpPr>
          <p:spPr>
            <a:xfrm rot="10800000">
              <a:off x="727425" y="-49275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73" name="Google Shape;73;p9"/>
            <p:cNvCxnSpPr/>
            <p:nvPr/>
          </p:nvCxnSpPr>
          <p:spPr>
            <a:xfrm rot="10800000">
              <a:off x="8430775" y="4608450"/>
              <a:ext cx="0" cy="58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74" name="Google Shape;74;p9"/>
          <p:cNvSpPr txBox="1">
            <a:spLocks noGrp="1"/>
          </p:cNvSpPr>
          <p:nvPr>
            <p:ph type="title"/>
          </p:nvPr>
        </p:nvSpPr>
        <p:spPr>
          <a:xfrm>
            <a:off x="4662467" y="1362351"/>
            <a:ext cx="5726400" cy="279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53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5" name="Google Shape;75;p9"/>
          <p:cNvSpPr txBox="1">
            <a:spLocks noGrp="1"/>
          </p:cNvSpPr>
          <p:nvPr>
            <p:ph type="subTitle" idx="1"/>
          </p:nvPr>
        </p:nvSpPr>
        <p:spPr>
          <a:xfrm>
            <a:off x="4662467" y="4156051"/>
            <a:ext cx="5726400" cy="1339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133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64733457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0"/>
          <p:cNvSpPr>
            <a:spLocks noGrp="1"/>
          </p:cNvSpPr>
          <p:nvPr>
            <p:ph type="pic" idx="2"/>
          </p:nvPr>
        </p:nvSpPr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sp>
      <p:sp>
        <p:nvSpPr>
          <p:cNvPr id="78" name="Google Shape;78;p10"/>
          <p:cNvSpPr txBox="1">
            <a:spLocks noGrp="1"/>
          </p:cNvSpPr>
          <p:nvPr>
            <p:ph type="title"/>
          </p:nvPr>
        </p:nvSpPr>
        <p:spPr>
          <a:xfrm>
            <a:off x="960000" y="5393567"/>
            <a:ext cx="10281200" cy="751200"/>
          </a:xfrm>
          <a:prstGeom prst="rect">
            <a:avLst/>
          </a:prstGeom>
          <a:solidFill>
            <a:schemeClr val="lt1"/>
          </a:solidFill>
          <a:ln w="952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544080250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 number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1"/>
          <p:cNvSpPr/>
          <p:nvPr/>
        </p:nvSpPr>
        <p:spPr>
          <a:xfrm>
            <a:off x="-4563967" y="0"/>
            <a:ext cx="6858000" cy="6858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81" name="Google Shape;81;p11"/>
          <p:cNvGrpSpPr/>
          <p:nvPr/>
        </p:nvGrpSpPr>
        <p:grpSpPr>
          <a:xfrm>
            <a:off x="969900" y="-510200"/>
            <a:ext cx="10271200" cy="7876400"/>
            <a:chOff x="727425" y="-382650"/>
            <a:chExt cx="7703400" cy="5907300"/>
          </a:xfrm>
        </p:grpSpPr>
        <p:sp>
          <p:nvSpPr>
            <p:cNvPr id="82" name="Google Shape;82;p11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83" name="Google Shape;83;p11"/>
            <p:cNvCxnSpPr/>
            <p:nvPr/>
          </p:nvCxnSpPr>
          <p:spPr>
            <a:xfrm>
              <a:off x="727425" y="46084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84" name="Google Shape;84;p11"/>
            <p:cNvCxnSpPr/>
            <p:nvPr/>
          </p:nvCxnSpPr>
          <p:spPr>
            <a:xfrm>
              <a:off x="8430775" y="-382650"/>
              <a:ext cx="0" cy="9162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85" name="Google Shape;85;p11"/>
          <p:cNvSpPr txBox="1">
            <a:spLocks noGrp="1"/>
          </p:cNvSpPr>
          <p:nvPr>
            <p:ph type="title" hasCustomPrompt="1"/>
          </p:nvPr>
        </p:nvSpPr>
        <p:spPr>
          <a:xfrm>
            <a:off x="3470733" y="2474817"/>
            <a:ext cx="7770400" cy="13660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marL="0" lvl="0" indent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600"/>
              <a:buNone/>
              <a:defRPr sz="6533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12800"/>
            </a:lvl9pPr>
          </a:lstStyle>
          <a:p>
            <a:r>
              <a:t>xx%</a:t>
            </a:r>
          </a:p>
        </p:txBody>
      </p:sp>
      <p:sp>
        <p:nvSpPr>
          <p:cNvPr id="86" name="Google Shape;86;p11"/>
          <p:cNvSpPr txBox="1">
            <a:spLocks noGrp="1"/>
          </p:cNvSpPr>
          <p:nvPr>
            <p:ph type="subTitle" idx="1"/>
          </p:nvPr>
        </p:nvSpPr>
        <p:spPr>
          <a:xfrm>
            <a:off x="3470733" y="3840784"/>
            <a:ext cx="7770400" cy="54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2133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569004352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solidFill>
          <a:schemeClr val="accent2"/>
        </a:solidFill>
        <a:effectLst/>
      </p:bgPr>
    </p:bg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99318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3"/>
          <p:cNvSpPr/>
          <p:nvPr/>
        </p:nvSpPr>
        <p:spPr>
          <a:xfrm>
            <a:off x="-1255900" y="56057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90" name="Google Shape;90;p13"/>
          <p:cNvGrpSpPr/>
          <p:nvPr/>
        </p:nvGrpSpPr>
        <p:grpSpPr>
          <a:xfrm>
            <a:off x="-25400" y="310400"/>
            <a:ext cx="12252200" cy="6246000"/>
            <a:chOff x="-19050" y="232800"/>
            <a:chExt cx="9189150" cy="4684500"/>
          </a:xfrm>
        </p:grpSpPr>
        <p:sp>
          <p:nvSpPr>
            <p:cNvPr id="91" name="Google Shape;91;p1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92" name="Google Shape;92;p13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93" name="Google Shape;93;p13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94" name="Google Shape;94;p13"/>
          <p:cNvSpPr txBox="1">
            <a:spLocks noGrp="1"/>
          </p:cNvSpPr>
          <p:nvPr>
            <p:ph type="title"/>
          </p:nvPr>
        </p:nvSpPr>
        <p:spPr>
          <a:xfrm>
            <a:off x="884267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5" name="Google Shape;95;p13"/>
          <p:cNvSpPr txBox="1">
            <a:spLocks noGrp="1"/>
          </p:cNvSpPr>
          <p:nvPr>
            <p:ph type="subTitle" idx="1"/>
          </p:nvPr>
        </p:nvSpPr>
        <p:spPr>
          <a:xfrm>
            <a:off x="1051567" y="2807833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3"/>
          <p:cNvSpPr txBox="1">
            <a:spLocks noGrp="1"/>
          </p:cNvSpPr>
          <p:nvPr>
            <p:ph type="subTitle" idx="2"/>
          </p:nvPr>
        </p:nvSpPr>
        <p:spPr>
          <a:xfrm>
            <a:off x="1051567" y="5030069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7" name="Google Shape;97;p13"/>
          <p:cNvSpPr txBox="1">
            <a:spLocks noGrp="1"/>
          </p:cNvSpPr>
          <p:nvPr>
            <p:ph type="subTitle" idx="3"/>
          </p:nvPr>
        </p:nvSpPr>
        <p:spPr>
          <a:xfrm>
            <a:off x="4558000" y="5030069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8" name="Google Shape;98;p13"/>
          <p:cNvSpPr txBox="1">
            <a:spLocks noGrp="1"/>
          </p:cNvSpPr>
          <p:nvPr>
            <p:ph type="subTitle" idx="4"/>
          </p:nvPr>
        </p:nvSpPr>
        <p:spPr>
          <a:xfrm>
            <a:off x="4558000" y="2807833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9" name="Google Shape;99;p13"/>
          <p:cNvSpPr txBox="1">
            <a:spLocks noGrp="1"/>
          </p:cNvSpPr>
          <p:nvPr>
            <p:ph type="title" idx="5" hasCustomPrompt="1"/>
          </p:nvPr>
        </p:nvSpPr>
        <p:spPr>
          <a:xfrm>
            <a:off x="1226100" y="1759533"/>
            <a:ext cx="4876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4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0" name="Google Shape;100;p13"/>
          <p:cNvSpPr txBox="1">
            <a:spLocks noGrp="1"/>
          </p:cNvSpPr>
          <p:nvPr>
            <p:ph type="title" idx="6" hasCustomPrompt="1"/>
          </p:nvPr>
        </p:nvSpPr>
        <p:spPr>
          <a:xfrm>
            <a:off x="4678733" y="3970100"/>
            <a:ext cx="4876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4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1" name="Google Shape;101;p13"/>
          <p:cNvSpPr txBox="1">
            <a:spLocks noGrp="1"/>
          </p:cNvSpPr>
          <p:nvPr>
            <p:ph type="title" idx="7" hasCustomPrompt="1"/>
          </p:nvPr>
        </p:nvSpPr>
        <p:spPr>
          <a:xfrm>
            <a:off x="1226100" y="3970100"/>
            <a:ext cx="4876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4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2" name="Google Shape;102;p13"/>
          <p:cNvSpPr txBox="1">
            <a:spLocks noGrp="1"/>
          </p:cNvSpPr>
          <p:nvPr>
            <p:ph type="title" idx="8" hasCustomPrompt="1"/>
          </p:nvPr>
        </p:nvSpPr>
        <p:spPr>
          <a:xfrm>
            <a:off x="4704367" y="1759533"/>
            <a:ext cx="4876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4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3" name="Google Shape;103;p13"/>
          <p:cNvSpPr txBox="1">
            <a:spLocks noGrp="1"/>
          </p:cNvSpPr>
          <p:nvPr>
            <p:ph type="subTitle" idx="9"/>
          </p:nvPr>
        </p:nvSpPr>
        <p:spPr>
          <a:xfrm>
            <a:off x="8064433" y="5030069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4" name="Google Shape;104;p13"/>
          <p:cNvSpPr txBox="1">
            <a:spLocks noGrp="1"/>
          </p:cNvSpPr>
          <p:nvPr>
            <p:ph type="subTitle" idx="13"/>
          </p:nvPr>
        </p:nvSpPr>
        <p:spPr>
          <a:xfrm>
            <a:off x="8064433" y="2807833"/>
            <a:ext cx="3074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5" name="Google Shape;105;p13"/>
          <p:cNvSpPr txBox="1">
            <a:spLocks noGrp="1"/>
          </p:cNvSpPr>
          <p:nvPr>
            <p:ph type="title" idx="14" hasCustomPrompt="1"/>
          </p:nvPr>
        </p:nvSpPr>
        <p:spPr>
          <a:xfrm>
            <a:off x="8182633" y="3970100"/>
            <a:ext cx="4876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4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6" name="Google Shape;106;p13"/>
          <p:cNvSpPr txBox="1">
            <a:spLocks noGrp="1"/>
          </p:cNvSpPr>
          <p:nvPr>
            <p:ph type="title" idx="15" hasCustomPrompt="1"/>
          </p:nvPr>
        </p:nvSpPr>
        <p:spPr>
          <a:xfrm>
            <a:off x="8182633" y="1759533"/>
            <a:ext cx="487600" cy="4876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1467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107" name="Google Shape;107;p13"/>
          <p:cNvSpPr txBox="1">
            <a:spLocks noGrp="1"/>
          </p:cNvSpPr>
          <p:nvPr>
            <p:ph type="subTitle" idx="16"/>
          </p:nvPr>
        </p:nvSpPr>
        <p:spPr>
          <a:xfrm>
            <a:off x="1051567" y="2465033"/>
            <a:ext cx="30740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8" name="Google Shape;108;p13"/>
          <p:cNvSpPr txBox="1">
            <a:spLocks noGrp="1"/>
          </p:cNvSpPr>
          <p:nvPr>
            <p:ph type="subTitle" idx="17"/>
          </p:nvPr>
        </p:nvSpPr>
        <p:spPr>
          <a:xfrm>
            <a:off x="1051567" y="4670697"/>
            <a:ext cx="30740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09" name="Google Shape;109;p13"/>
          <p:cNvSpPr txBox="1">
            <a:spLocks noGrp="1"/>
          </p:cNvSpPr>
          <p:nvPr>
            <p:ph type="subTitle" idx="18"/>
          </p:nvPr>
        </p:nvSpPr>
        <p:spPr>
          <a:xfrm>
            <a:off x="4558000" y="4670697"/>
            <a:ext cx="30740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0" name="Google Shape;110;p13"/>
          <p:cNvSpPr txBox="1">
            <a:spLocks noGrp="1"/>
          </p:cNvSpPr>
          <p:nvPr>
            <p:ph type="subTitle" idx="19"/>
          </p:nvPr>
        </p:nvSpPr>
        <p:spPr>
          <a:xfrm>
            <a:off x="4558000" y="2465033"/>
            <a:ext cx="30740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1" name="Google Shape;111;p13"/>
          <p:cNvSpPr txBox="1">
            <a:spLocks noGrp="1"/>
          </p:cNvSpPr>
          <p:nvPr>
            <p:ph type="subTitle" idx="20"/>
          </p:nvPr>
        </p:nvSpPr>
        <p:spPr>
          <a:xfrm>
            <a:off x="8064433" y="4670697"/>
            <a:ext cx="30740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12" name="Google Shape;112;p13"/>
          <p:cNvSpPr txBox="1">
            <a:spLocks noGrp="1"/>
          </p:cNvSpPr>
          <p:nvPr>
            <p:ph type="subTitle" idx="21"/>
          </p:nvPr>
        </p:nvSpPr>
        <p:spPr>
          <a:xfrm>
            <a:off x="8064433" y="2465033"/>
            <a:ext cx="3074000" cy="51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400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444580813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Quote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4"/>
          <p:cNvSpPr/>
          <p:nvPr/>
        </p:nvSpPr>
        <p:spPr>
          <a:xfrm>
            <a:off x="-2834067" y="4024833"/>
            <a:ext cx="5657600" cy="5657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15" name="Google Shape;115;p14"/>
          <p:cNvGrpSpPr/>
          <p:nvPr/>
        </p:nvGrpSpPr>
        <p:grpSpPr>
          <a:xfrm>
            <a:off x="969900" y="-39000"/>
            <a:ext cx="11400733" cy="6183767"/>
            <a:chOff x="727425" y="-29250"/>
            <a:chExt cx="8550550" cy="4637825"/>
          </a:xfrm>
        </p:grpSpPr>
        <p:sp>
          <p:nvSpPr>
            <p:cNvPr id="116" name="Google Shape;116;p14"/>
            <p:cNvSpPr/>
            <p:nvPr/>
          </p:nvSpPr>
          <p:spPr>
            <a:xfrm>
              <a:off x="727425" y="533550"/>
              <a:ext cx="77034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17" name="Google Shape;117;p14"/>
            <p:cNvCxnSpPr/>
            <p:nvPr/>
          </p:nvCxnSpPr>
          <p:spPr>
            <a:xfrm rot="10800000">
              <a:off x="727425" y="-29250"/>
              <a:ext cx="0" cy="5628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18" name="Google Shape;118;p14"/>
            <p:cNvCxnSpPr/>
            <p:nvPr/>
          </p:nvCxnSpPr>
          <p:spPr>
            <a:xfrm>
              <a:off x="8430775" y="4608575"/>
              <a:ext cx="8472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19" name="Google Shape;119;p14"/>
          <p:cNvSpPr txBox="1">
            <a:spLocks noGrp="1"/>
          </p:cNvSpPr>
          <p:nvPr>
            <p:ph type="title"/>
          </p:nvPr>
        </p:nvSpPr>
        <p:spPr>
          <a:xfrm>
            <a:off x="2949500" y="3286200"/>
            <a:ext cx="7885200" cy="70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733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0" name="Google Shape;120;p14"/>
          <p:cNvSpPr txBox="1">
            <a:spLocks noGrp="1"/>
          </p:cNvSpPr>
          <p:nvPr>
            <p:ph type="subTitle" idx="1"/>
          </p:nvPr>
        </p:nvSpPr>
        <p:spPr>
          <a:xfrm>
            <a:off x="2949500" y="1117800"/>
            <a:ext cx="7885200" cy="2168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000"/>
              <a:buNone/>
              <a:defRPr sz="3333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4000"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94303629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Title and text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4737133" y="56057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23" name="Google Shape;123;p15"/>
          <p:cNvGrpSpPr/>
          <p:nvPr/>
        </p:nvGrpSpPr>
        <p:grpSpPr>
          <a:xfrm>
            <a:off x="-67299" y="310400"/>
            <a:ext cx="11948900" cy="6246000"/>
            <a:chOff x="-50475" y="232800"/>
            <a:chExt cx="8961675" cy="4684500"/>
          </a:xfrm>
        </p:grpSpPr>
        <p:sp>
          <p:nvSpPr>
            <p:cNvPr id="124" name="Google Shape;124;p1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25" name="Google Shape;125;p15"/>
            <p:cNvCxnSpPr/>
            <p:nvPr/>
          </p:nvCxnSpPr>
          <p:spPr>
            <a:xfrm rot="10800000">
              <a:off x="-50475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26" name="Google Shape;126;p15"/>
          <p:cNvSpPr txBox="1">
            <a:spLocks noGrp="1"/>
          </p:cNvSpPr>
          <p:nvPr>
            <p:ph type="title"/>
          </p:nvPr>
        </p:nvSpPr>
        <p:spPr>
          <a:xfrm>
            <a:off x="960000" y="1605200"/>
            <a:ext cx="4264400" cy="2002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7" name="Google Shape;127;p15"/>
          <p:cNvSpPr txBox="1">
            <a:spLocks noGrp="1"/>
          </p:cNvSpPr>
          <p:nvPr>
            <p:ph type="subTitle" idx="1"/>
          </p:nvPr>
        </p:nvSpPr>
        <p:spPr>
          <a:xfrm>
            <a:off x="960000" y="3608083"/>
            <a:ext cx="4264400" cy="194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28" name="Google Shape;128;p15"/>
          <p:cNvSpPr>
            <a:spLocks noGrp="1"/>
          </p:cNvSpPr>
          <p:nvPr>
            <p:ph type="pic" idx="2"/>
          </p:nvPr>
        </p:nvSpPr>
        <p:spPr>
          <a:xfrm>
            <a:off x="5992067" y="0"/>
            <a:ext cx="6200000" cy="6858000"/>
          </a:xfrm>
          <a:prstGeom prst="rect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16121521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Title and text 1"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6"/>
          <p:cNvSpPr/>
          <p:nvPr/>
        </p:nvSpPr>
        <p:spPr>
          <a:xfrm>
            <a:off x="-1230667" y="-1260700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1" name="Google Shape;131;p16"/>
          <p:cNvGrpSpPr/>
          <p:nvPr/>
        </p:nvGrpSpPr>
        <p:grpSpPr>
          <a:xfrm>
            <a:off x="-25399" y="310400"/>
            <a:ext cx="12235033" cy="6246000"/>
            <a:chOff x="-19050" y="232800"/>
            <a:chExt cx="9176275" cy="4684500"/>
          </a:xfrm>
        </p:grpSpPr>
        <p:sp>
          <p:nvSpPr>
            <p:cNvPr id="132" name="Google Shape;132;p1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33" name="Google Shape;133;p16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34" name="Google Shape;134;p16"/>
            <p:cNvCxnSpPr/>
            <p:nvPr/>
          </p:nvCxnSpPr>
          <p:spPr>
            <a:xfrm>
              <a:off x="8917525" y="4917300"/>
              <a:ext cx="2397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35" name="Google Shape;135;p16"/>
          <p:cNvSpPr txBox="1">
            <a:spLocks noGrp="1"/>
          </p:cNvSpPr>
          <p:nvPr>
            <p:ph type="title"/>
          </p:nvPr>
        </p:nvSpPr>
        <p:spPr>
          <a:xfrm>
            <a:off x="1171833" y="2044167"/>
            <a:ext cx="4033200" cy="8564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36" name="Google Shape;136;p16"/>
          <p:cNvSpPr txBox="1">
            <a:spLocks noGrp="1"/>
          </p:cNvSpPr>
          <p:nvPr>
            <p:ph type="subTitle" idx="1"/>
          </p:nvPr>
        </p:nvSpPr>
        <p:spPr>
          <a:xfrm>
            <a:off x="1171833" y="2900400"/>
            <a:ext cx="4033200" cy="161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4076957"/>
      </p:ext>
    </p:extLst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Title and text 2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7"/>
          <p:cNvSpPr/>
          <p:nvPr/>
        </p:nvSpPr>
        <p:spPr>
          <a:xfrm>
            <a:off x="10987533" y="56057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39" name="Google Shape;139;p17"/>
          <p:cNvGrpSpPr/>
          <p:nvPr/>
        </p:nvGrpSpPr>
        <p:grpSpPr>
          <a:xfrm>
            <a:off x="309600" y="310401"/>
            <a:ext cx="11917200" cy="6577167"/>
            <a:chOff x="232200" y="232800"/>
            <a:chExt cx="8937900" cy="4932875"/>
          </a:xfrm>
        </p:grpSpPr>
        <p:sp>
          <p:nvSpPr>
            <p:cNvPr id="140" name="Google Shape;140;p17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41" name="Google Shape;141;p17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" name="Google Shape;142;p17"/>
            <p:cNvCxnSpPr/>
            <p:nvPr/>
          </p:nvCxnSpPr>
          <p:spPr>
            <a:xfrm>
              <a:off x="233525" y="4913075"/>
              <a:ext cx="0" cy="252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43" name="Google Shape;143;p17"/>
          <p:cNvSpPr txBox="1">
            <a:spLocks noGrp="1"/>
          </p:cNvSpPr>
          <p:nvPr>
            <p:ph type="title"/>
          </p:nvPr>
        </p:nvSpPr>
        <p:spPr>
          <a:xfrm>
            <a:off x="963168" y="593367"/>
            <a:ext cx="1027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4" name="Google Shape;144;p17"/>
          <p:cNvSpPr txBox="1">
            <a:spLocks noGrp="1"/>
          </p:cNvSpPr>
          <p:nvPr>
            <p:ph type="subTitle" idx="1"/>
          </p:nvPr>
        </p:nvSpPr>
        <p:spPr>
          <a:xfrm>
            <a:off x="951000" y="1356967"/>
            <a:ext cx="10290000" cy="118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512624509"/>
      </p:ext>
    </p:extLst>
  </p:cSld>
  <p:clrMapOvr>
    <a:masterClrMapping/>
  </p:clrMapOvr>
  <p:hf hd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3">
  <p:cSld name="Title and text 3"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8"/>
          <p:cNvSpPr/>
          <p:nvPr/>
        </p:nvSpPr>
        <p:spPr>
          <a:xfrm>
            <a:off x="9425967" y="4376967"/>
            <a:ext cx="4935600" cy="4935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47" name="Google Shape;147;p18"/>
          <p:cNvGrpSpPr/>
          <p:nvPr/>
        </p:nvGrpSpPr>
        <p:grpSpPr>
          <a:xfrm>
            <a:off x="-25400" y="310400"/>
            <a:ext cx="11907000" cy="6823000"/>
            <a:chOff x="-19050" y="232800"/>
            <a:chExt cx="8930250" cy="5117250"/>
          </a:xfrm>
        </p:grpSpPr>
        <p:sp>
          <p:nvSpPr>
            <p:cNvPr id="148" name="Google Shape;148;p1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49" name="Google Shape;149;p18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0" name="Google Shape;150;p18"/>
            <p:cNvCxnSpPr/>
            <p:nvPr/>
          </p:nvCxnSpPr>
          <p:spPr>
            <a:xfrm rot="10800000">
              <a:off x="8911200" y="4917150"/>
              <a:ext cx="0" cy="432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1" name="Google Shape;151;p18"/>
          <p:cNvSpPr txBox="1">
            <a:spLocks noGrp="1"/>
          </p:cNvSpPr>
          <p:nvPr>
            <p:ph type="title"/>
          </p:nvPr>
        </p:nvSpPr>
        <p:spPr>
          <a:xfrm>
            <a:off x="963101" y="593367"/>
            <a:ext cx="1027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2" name="Google Shape;152;p18"/>
          <p:cNvSpPr txBox="1">
            <a:spLocks noGrp="1"/>
          </p:cNvSpPr>
          <p:nvPr>
            <p:ph type="subTitle" idx="1"/>
          </p:nvPr>
        </p:nvSpPr>
        <p:spPr>
          <a:xfrm>
            <a:off x="950900" y="1895367"/>
            <a:ext cx="7927200" cy="346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680933294"/>
      </p:ext>
    </p:extLst>
  </p:cSld>
  <p:clrMapOvr>
    <a:masterClrMapping/>
  </p:clrMapOvr>
  <p:hf hd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">
  <p:cSld name="Title and three columns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9"/>
          <p:cNvSpPr/>
          <p:nvPr/>
        </p:nvSpPr>
        <p:spPr>
          <a:xfrm>
            <a:off x="10987533" y="56057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55" name="Google Shape;155;p19"/>
          <p:cNvGrpSpPr/>
          <p:nvPr/>
        </p:nvGrpSpPr>
        <p:grpSpPr>
          <a:xfrm>
            <a:off x="309600" y="310400"/>
            <a:ext cx="11984400" cy="6666800"/>
            <a:chOff x="232200" y="232800"/>
            <a:chExt cx="8988300" cy="5000100"/>
          </a:xfrm>
        </p:grpSpPr>
        <p:sp>
          <p:nvSpPr>
            <p:cNvPr id="156" name="Google Shape;156;p1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57" name="Google Shape;157;p19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58" name="Google Shape;158;p19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59" name="Google Shape;159;p19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0" name="Google Shape;160;p19"/>
          <p:cNvSpPr txBox="1">
            <a:spLocks noGrp="1"/>
          </p:cNvSpPr>
          <p:nvPr>
            <p:ph type="subTitle" idx="1"/>
          </p:nvPr>
        </p:nvSpPr>
        <p:spPr>
          <a:xfrm>
            <a:off x="1303735" y="3352300"/>
            <a:ext cx="2990000" cy="13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1" name="Google Shape;161;p19"/>
          <p:cNvSpPr txBox="1">
            <a:spLocks noGrp="1"/>
          </p:cNvSpPr>
          <p:nvPr>
            <p:ph type="subTitle" idx="2"/>
          </p:nvPr>
        </p:nvSpPr>
        <p:spPr>
          <a:xfrm>
            <a:off x="4600997" y="3352300"/>
            <a:ext cx="2990000" cy="13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2" name="Google Shape;162;p19"/>
          <p:cNvSpPr txBox="1">
            <a:spLocks noGrp="1"/>
          </p:cNvSpPr>
          <p:nvPr>
            <p:ph type="subTitle" idx="3"/>
          </p:nvPr>
        </p:nvSpPr>
        <p:spPr>
          <a:xfrm>
            <a:off x="7898264" y="3352300"/>
            <a:ext cx="2990000" cy="132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3" name="Google Shape;163;p19"/>
          <p:cNvSpPr txBox="1">
            <a:spLocks noGrp="1"/>
          </p:cNvSpPr>
          <p:nvPr>
            <p:ph type="subTitle" idx="4"/>
          </p:nvPr>
        </p:nvSpPr>
        <p:spPr>
          <a:xfrm>
            <a:off x="1303737" y="3047500"/>
            <a:ext cx="2990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4" name="Google Shape;164;p19"/>
          <p:cNvSpPr txBox="1">
            <a:spLocks noGrp="1"/>
          </p:cNvSpPr>
          <p:nvPr>
            <p:ph type="subTitle" idx="5"/>
          </p:nvPr>
        </p:nvSpPr>
        <p:spPr>
          <a:xfrm>
            <a:off x="4600996" y="3047500"/>
            <a:ext cx="2990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65" name="Google Shape;165;p19"/>
          <p:cNvSpPr txBox="1">
            <a:spLocks noGrp="1"/>
          </p:cNvSpPr>
          <p:nvPr>
            <p:ph type="subTitle" idx="6"/>
          </p:nvPr>
        </p:nvSpPr>
        <p:spPr>
          <a:xfrm>
            <a:off x="7898263" y="3047500"/>
            <a:ext cx="2990000" cy="487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649845182"/>
      </p:ext>
    </p:extLst>
  </p:cSld>
  <p:clrMapOvr>
    <a:masterClrMapping/>
  </p:clrMapOvr>
  <p:hf hd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1">
  <p:cSld name="Title and three columns 1"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0"/>
          <p:cNvSpPr/>
          <p:nvPr/>
        </p:nvSpPr>
        <p:spPr>
          <a:xfrm>
            <a:off x="10855967" y="-1182100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68" name="Google Shape;168;p20"/>
          <p:cNvGrpSpPr/>
          <p:nvPr/>
        </p:nvGrpSpPr>
        <p:grpSpPr>
          <a:xfrm>
            <a:off x="-967" y="1955901"/>
            <a:ext cx="1253200" cy="3102500"/>
            <a:chOff x="-725" y="1466925"/>
            <a:chExt cx="939900" cy="2326875"/>
          </a:xfrm>
        </p:grpSpPr>
        <p:cxnSp>
          <p:nvCxnSpPr>
            <p:cNvPr id="169" name="Google Shape;169;p20"/>
            <p:cNvCxnSpPr/>
            <p:nvPr/>
          </p:nvCxnSpPr>
          <p:spPr>
            <a:xfrm>
              <a:off x="-725" y="1466925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0" name="Google Shape;170;p20"/>
            <p:cNvCxnSpPr/>
            <p:nvPr/>
          </p:nvCxnSpPr>
          <p:spPr>
            <a:xfrm>
              <a:off x="-725" y="2668450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1" name="Google Shape;171;p20"/>
            <p:cNvCxnSpPr/>
            <p:nvPr/>
          </p:nvCxnSpPr>
          <p:spPr>
            <a:xfrm>
              <a:off x="-725" y="3793800"/>
              <a:ext cx="939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grpSp>
        <p:nvGrpSpPr>
          <p:cNvPr id="172" name="Google Shape;172;p20"/>
          <p:cNvGrpSpPr/>
          <p:nvPr/>
        </p:nvGrpSpPr>
        <p:grpSpPr>
          <a:xfrm>
            <a:off x="309600" y="310400"/>
            <a:ext cx="11984400" cy="6666800"/>
            <a:chOff x="232200" y="232800"/>
            <a:chExt cx="8988300" cy="5000100"/>
          </a:xfrm>
        </p:grpSpPr>
        <p:sp>
          <p:nvSpPr>
            <p:cNvPr id="173" name="Google Shape;173;p20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74" name="Google Shape;174;p20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5" name="Google Shape;175;p20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76" name="Google Shape;176;p20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812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7" name="Google Shape;177;p20"/>
          <p:cNvSpPr txBox="1">
            <a:spLocks noGrp="1"/>
          </p:cNvSpPr>
          <p:nvPr>
            <p:ph type="subTitle" idx="1"/>
          </p:nvPr>
        </p:nvSpPr>
        <p:spPr>
          <a:xfrm>
            <a:off x="2308067" y="2187427"/>
            <a:ext cx="8817600" cy="70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8" name="Google Shape;178;p20"/>
          <p:cNvSpPr txBox="1">
            <a:spLocks noGrp="1"/>
          </p:cNvSpPr>
          <p:nvPr>
            <p:ph type="subTitle" idx="2"/>
          </p:nvPr>
        </p:nvSpPr>
        <p:spPr>
          <a:xfrm>
            <a:off x="2308067" y="3733813"/>
            <a:ext cx="881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79" name="Google Shape;179;p20"/>
          <p:cNvSpPr txBox="1">
            <a:spLocks noGrp="1"/>
          </p:cNvSpPr>
          <p:nvPr>
            <p:ph type="subTitle" idx="3"/>
          </p:nvPr>
        </p:nvSpPr>
        <p:spPr>
          <a:xfrm>
            <a:off x="2308067" y="5276600"/>
            <a:ext cx="88176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0" name="Google Shape;180;p20"/>
          <p:cNvSpPr txBox="1">
            <a:spLocks noGrp="1"/>
          </p:cNvSpPr>
          <p:nvPr>
            <p:ph type="subTitle" idx="4"/>
          </p:nvPr>
        </p:nvSpPr>
        <p:spPr>
          <a:xfrm>
            <a:off x="2308067" y="1655033"/>
            <a:ext cx="8817600" cy="70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1" name="Google Shape;181;p20"/>
          <p:cNvSpPr txBox="1">
            <a:spLocks noGrp="1"/>
          </p:cNvSpPr>
          <p:nvPr>
            <p:ph type="subTitle" idx="5"/>
          </p:nvPr>
        </p:nvSpPr>
        <p:spPr>
          <a:xfrm>
            <a:off x="2308067" y="3193867"/>
            <a:ext cx="8817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82" name="Google Shape;182;p20"/>
          <p:cNvSpPr txBox="1">
            <a:spLocks noGrp="1"/>
          </p:cNvSpPr>
          <p:nvPr>
            <p:ph type="subTitle" idx="6"/>
          </p:nvPr>
        </p:nvSpPr>
        <p:spPr>
          <a:xfrm>
            <a:off x="2308067" y="4729101"/>
            <a:ext cx="8817600" cy="703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332037667"/>
      </p:ext>
    </p:extLst>
  </p:cSld>
  <p:clrMapOvr>
    <a:masterClrMapping/>
  </p:clrMapOvr>
  <p:hf hd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hree columns 2">
  <p:cSld name="Title and three columns 2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1"/>
          <p:cNvSpPr/>
          <p:nvPr/>
        </p:nvSpPr>
        <p:spPr>
          <a:xfrm>
            <a:off x="10987533" y="-12353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85" name="Google Shape;185;p21"/>
          <p:cNvGrpSpPr/>
          <p:nvPr/>
        </p:nvGrpSpPr>
        <p:grpSpPr>
          <a:xfrm>
            <a:off x="309600" y="-80133"/>
            <a:ext cx="12093600" cy="6636533"/>
            <a:chOff x="232200" y="-60100"/>
            <a:chExt cx="9070200" cy="4977400"/>
          </a:xfrm>
        </p:grpSpPr>
        <p:sp>
          <p:nvSpPr>
            <p:cNvPr id="186" name="Google Shape;186;p21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187" name="Google Shape;187;p21"/>
            <p:cNvCxnSpPr/>
            <p:nvPr/>
          </p:nvCxnSpPr>
          <p:spPr>
            <a:xfrm rot="10800000">
              <a:off x="232200" y="-60100"/>
              <a:ext cx="0" cy="2967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8" name="Google Shape;188;p21"/>
            <p:cNvCxnSpPr/>
            <p:nvPr/>
          </p:nvCxnSpPr>
          <p:spPr>
            <a:xfrm>
              <a:off x="8904900" y="4917300"/>
              <a:ext cx="3975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189" name="Google Shape;189;p21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90" name="Google Shape;190;p21"/>
          <p:cNvSpPr txBox="1">
            <a:spLocks noGrp="1"/>
          </p:cNvSpPr>
          <p:nvPr>
            <p:ph type="subTitle" idx="1"/>
          </p:nvPr>
        </p:nvSpPr>
        <p:spPr>
          <a:xfrm>
            <a:off x="2709800" y="2087500"/>
            <a:ext cx="65024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1" name="Google Shape;191;p21"/>
          <p:cNvSpPr txBox="1">
            <a:spLocks noGrp="1"/>
          </p:cNvSpPr>
          <p:nvPr>
            <p:ph type="subTitle" idx="2"/>
          </p:nvPr>
        </p:nvSpPr>
        <p:spPr>
          <a:xfrm>
            <a:off x="3522609" y="3631417"/>
            <a:ext cx="65024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2" name="Google Shape;192;p21"/>
          <p:cNvSpPr txBox="1">
            <a:spLocks noGrp="1"/>
          </p:cNvSpPr>
          <p:nvPr>
            <p:ph type="subTitle" idx="3"/>
          </p:nvPr>
        </p:nvSpPr>
        <p:spPr>
          <a:xfrm>
            <a:off x="4335409" y="5175333"/>
            <a:ext cx="6502400" cy="70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3" name="Google Shape;193;p21"/>
          <p:cNvSpPr txBox="1">
            <a:spLocks noGrp="1"/>
          </p:cNvSpPr>
          <p:nvPr>
            <p:ph type="subTitle" idx="4"/>
          </p:nvPr>
        </p:nvSpPr>
        <p:spPr>
          <a:xfrm>
            <a:off x="2709800" y="1671500"/>
            <a:ext cx="65024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4" name="Google Shape;194;p21"/>
          <p:cNvSpPr txBox="1">
            <a:spLocks noGrp="1"/>
          </p:cNvSpPr>
          <p:nvPr>
            <p:ph type="subTitle" idx="5"/>
          </p:nvPr>
        </p:nvSpPr>
        <p:spPr>
          <a:xfrm>
            <a:off x="3522600" y="3216367"/>
            <a:ext cx="65024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95" name="Google Shape;195;p21"/>
          <p:cNvSpPr txBox="1">
            <a:spLocks noGrp="1"/>
          </p:cNvSpPr>
          <p:nvPr>
            <p:ph type="subTitle" idx="6"/>
          </p:nvPr>
        </p:nvSpPr>
        <p:spPr>
          <a:xfrm>
            <a:off x="4335400" y="4761233"/>
            <a:ext cx="6502400" cy="570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600"/>
              <a:buFont typeface="Figtree Black"/>
              <a:buNone/>
              <a:defRPr sz="3467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01102013"/>
      </p:ext>
    </p:extLst>
  </p:cSld>
  <p:clrMapOvr>
    <a:masterClrMapping/>
  </p:clrMapOvr>
  <p:hf hd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Title and four columns"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22"/>
          <p:cNvSpPr/>
          <p:nvPr/>
        </p:nvSpPr>
        <p:spPr>
          <a:xfrm>
            <a:off x="10855967" y="-1182100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198" name="Google Shape;198;p22"/>
          <p:cNvGrpSpPr/>
          <p:nvPr/>
        </p:nvGrpSpPr>
        <p:grpSpPr>
          <a:xfrm>
            <a:off x="-25400" y="310400"/>
            <a:ext cx="12252200" cy="6246000"/>
            <a:chOff x="-19050" y="232800"/>
            <a:chExt cx="9189150" cy="4684500"/>
          </a:xfrm>
        </p:grpSpPr>
        <p:sp>
          <p:nvSpPr>
            <p:cNvPr id="199" name="Google Shape;199;p22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00" name="Google Shape;200;p22"/>
            <p:cNvCxnSpPr/>
            <p:nvPr/>
          </p:nvCxnSpPr>
          <p:spPr>
            <a:xfrm rot="10800000">
              <a:off x="-1905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01" name="Google Shape;201;p22"/>
            <p:cNvCxnSpPr/>
            <p:nvPr/>
          </p:nvCxnSpPr>
          <p:spPr>
            <a:xfrm rot="10800000">
              <a:off x="891120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02" name="Google Shape;202;p22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03" name="Google Shape;203;p22"/>
          <p:cNvSpPr txBox="1">
            <a:spLocks noGrp="1"/>
          </p:cNvSpPr>
          <p:nvPr>
            <p:ph type="subTitle" idx="1"/>
          </p:nvPr>
        </p:nvSpPr>
        <p:spPr>
          <a:xfrm>
            <a:off x="2350095" y="2336967"/>
            <a:ext cx="35832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4" name="Google Shape;204;p22"/>
          <p:cNvSpPr txBox="1">
            <a:spLocks noGrp="1"/>
          </p:cNvSpPr>
          <p:nvPr>
            <p:ph type="subTitle" idx="2"/>
          </p:nvPr>
        </p:nvSpPr>
        <p:spPr>
          <a:xfrm>
            <a:off x="6843556" y="2336967"/>
            <a:ext cx="35832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5" name="Google Shape;205;p22"/>
          <p:cNvSpPr txBox="1">
            <a:spLocks noGrp="1"/>
          </p:cNvSpPr>
          <p:nvPr>
            <p:ph type="subTitle" idx="3"/>
          </p:nvPr>
        </p:nvSpPr>
        <p:spPr>
          <a:xfrm>
            <a:off x="2350095" y="4448967"/>
            <a:ext cx="35832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6" name="Google Shape;206;p22"/>
          <p:cNvSpPr txBox="1">
            <a:spLocks noGrp="1"/>
          </p:cNvSpPr>
          <p:nvPr>
            <p:ph type="subTitle" idx="4"/>
          </p:nvPr>
        </p:nvSpPr>
        <p:spPr>
          <a:xfrm>
            <a:off x="6843556" y="4448967"/>
            <a:ext cx="3583200" cy="12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7" name="Google Shape;207;p22"/>
          <p:cNvSpPr txBox="1">
            <a:spLocks noGrp="1"/>
          </p:cNvSpPr>
          <p:nvPr>
            <p:ph type="subTitle" idx="5"/>
          </p:nvPr>
        </p:nvSpPr>
        <p:spPr>
          <a:xfrm>
            <a:off x="2350095" y="2032267"/>
            <a:ext cx="35832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8" name="Google Shape;208;p22"/>
          <p:cNvSpPr txBox="1">
            <a:spLocks noGrp="1"/>
          </p:cNvSpPr>
          <p:nvPr>
            <p:ph type="subTitle" idx="6"/>
          </p:nvPr>
        </p:nvSpPr>
        <p:spPr>
          <a:xfrm>
            <a:off x="6843556" y="2032267"/>
            <a:ext cx="35832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09" name="Google Shape;209;p22"/>
          <p:cNvSpPr txBox="1">
            <a:spLocks noGrp="1"/>
          </p:cNvSpPr>
          <p:nvPr>
            <p:ph type="subTitle" idx="7"/>
          </p:nvPr>
        </p:nvSpPr>
        <p:spPr>
          <a:xfrm>
            <a:off x="2350095" y="4122451"/>
            <a:ext cx="35832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0" name="Google Shape;210;p22"/>
          <p:cNvSpPr txBox="1">
            <a:spLocks noGrp="1"/>
          </p:cNvSpPr>
          <p:nvPr>
            <p:ph type="subTitle" idx="8"/>
          </p:nvPr>
        </p:nvSpPr>
        <p:spPr>
          <a:xfrm>
            <a:off x="6843556" y="4122451"/>
            <a:ext cx="3583200" cy="473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097144453"/>
      </p:ext>
    </p:extLst>
  </p:cSld>
  <p:clrMapOvr>
    <a:masterClrMapping/>
  </p:clrMapOvr>
  <p:hf hd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3"/>
          <p:cNvSpPr/>
          <p:nvPr/>
        </p:nvSpPr>
        <p:spPr>
          <a:xfrm>
            <a:off x="10855967" y="-1182100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13" name="Google Shape;213;p23"/>
          <p:cNvGrpSpPr/>
          <p:nvPr/>
        </p:nvGrpSpPr>
        <p:grpSpPr>
          <a:xfrm>
            <a:off x="309600" y="310400"/>
            <a:ext cx="11984400" cy="6666800"/>
            <a:chOff x="232200" y="232800"/>
            <a:chExt cx="8988300" cy="5000100"/>
          </a:xfrm>
        </p:grpSpPr>
        <p:sp>
          <p:nvSpPr>
            <p:cNvPr id="214" name="Google Shape;214;p23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15" name="Google Shape;215;p23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16" name="Google Shape;216;p23"/>
            <p:cNvCxnSpPr/>
            <p:nvPr/>
          </p:nvCxnSpPr>
          <p:spPr>
            <a:xfrm>
              <a:off x="233525" y="4917300"/>
              <a:ext cx="0" cy="315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17" name="Google Shape;217;p23"/>
          <p:cNvSpPr txBox="1">
            <a:spLocks noGrp="1"/>
          </p:cNvSpPr>
          <p:nvPr>
            <p:ph type="title"/>
          </p:nvPr>
        </p:nvSpPr>
        <p:spPr>
          <a:xfrm>
            <a:off x="960000" y="593367"/>
            <a:ext cx="10272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18" name="Google Shape;218;p23"/>
          <p:cNvSpPr txBox="1">
            <a:spLocks noGrp="1"/>
          </p:cNvSpPr>
          <p:nvPr>
            <p:ph type="subTitle" idx="1"/>
          </p:nvPr>
        </p:nvSpPr>
        <p:spPr>
          <a:xfrm>
            <a:off x="1165512" y="2861305"/>
            <a:ext cx="2932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19" name="Google Shape;219;p23"/>
          <p:cNvSpPr txBox="1">
            <a:spLocks noGrp="1"/>
          </p:cNvSpPr>
          <p:nvPr>
            <p:ph type="subTitle" idx="2"/>
          </p:nvPr>
        </p:nvSpPr>
        <p:spPr>
          <a:xfrm>
            <a:off x="4426400" y="2861305"/>
            <a:ext cx="2932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0" name="Google Shape;220;p23"/>
          <p:cNvSpPr txBox="1">
            <a:spLocks noGrp="1"/>
          </p:cNvSpPr>
          <p:nvPr>
            <p:ph type="subTitle" idx="3"/>
          </p:nvPr>
        </p:nvSpPr>
        <p:spPr>
          <a:xfrm>
            <a:off x="1165512" y="4847700"/>
            <a:ext cx="2932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1" name="Google Shape;221;p23"/>
          <p:cNvSpPr txBox="1">
            <a:spLocks noGrp="1"/>
          </p:cNvSpPr>
          <p:nvPr>
            <p:ph type="subTitle" idx="4"/>
          </p:nvPr>
        </p:nvSpPr>
        <p:spPr>
          <a:xfrm>
            <a:off x="4426400" y="4847700"/>
            <a:ext cx="2932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2" name="Google Shape;222;p23"/>
          <p:cNvSpPr txBox="1">
            <a:spLocks noGrp="1"/>
          </p:cNvSpPr>
          <p:nvPr>
            <p:ph type="subTitle" idx="5"/>
          </p:nvPr>
        </p:nvSpPr>
        <p:spPr>
          <a:xfrm>
            <a:off x="7687288" y="2861305"/>
            <a:ext cx="2932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3" name="Google Shape;223;p23"/>
          <p:cNvSpPr txBox="1">
            <a:spLocks noGrp="1"/>
          </p:cNvSpPr>
          <p:nvPr>
            <p:ph type="subTitle" idx="6"/>
          </p:nvPr>
        </p:nvSpPr>
        <p:spPr>
          <a:xfrm>
            <a:off x="7687288" y="4847700"/>
            <a:ext cx="2932800" cy="84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4" name="Google Shape;224;p23"/>
          <p:cNvSpPr txBox="1">
            <a:spLocks noGrp="1"/>
          </p:cNvSpPr>
          <p:nvPr>
            <p:ph type="subTitle" idx="7"/>
          </p:nvPr>
        </p:nvSpPr>
        <p:spPr>
          <a:xfrm>
            <a:off x="1163112" y="2359100"/>
            <a:ext cx="29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5" name="Google Shape;225;p23"/>
          <p:cNvSpPr txBox="1">
            <a:spLocks noGrp="1"/>
          </p:cNvSpPr>
          <p:nvPr>
            <p:ph type="subTitle" idx="8"/>
          </p:nvPr>
        </p:nvSpPr>
        <p:spPr>
          <a:xfrm>
            <a:off x="4424000" y="2359100"/>
            <a:ext cx="29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6" name="Google Shape;226;p23"/>
          <p:cNvSpPr txBox="1">
            <a:spLocks noGrp="1"/>
          </p:cNvSpPr>
          <p:nvPr>
            <p:ph type="subTitle" idx="9"/>
          </p:nvPr>
        </p:nvSpPr>
        <p:spPr>
          <a:xfrm>
            <a:off x="7684888" y="2359100"/>
            <a:ext cx="29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7" name="Google Shape;227;p23"/>
          <p:cNvSpPr txBox="1">
            <a:spLocks noGrp="1"/>
          </p:cNvSpPr>
          <p:nvPr>
            <p:ph type="subTitle" idx="13"/>
          </p:nvPr>
        </p:nvSpPr>
        <p:spPr>
          <a:xfrm>
            <a:off x="1163112" y="4345235"/>
            <a:ext cx="29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8" name="Google Shape;228;p23"/>
          <p:cNvSpPr txBox="1">
            <a:spLocks noGrp="1"/>
          </p:cNvSpPr>
          <p:nvPr>
            <p:ph type="subTitle" idx="14"/>
          </p:nvPr>
        </p:nvSpPr>
        <p:spPr>
          <a:xfrm>
            <a:off x="4424000" y="4345235"/>
            <a:ext cx="29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29" name="Google Shape;229;p23"/>
          <p:cNvSpPr txBox="1">
            <a:spLocks noGrp="1"/>
          </p:cNvSpPr>
          <p:nvPr>
            <p:ph type="subTitle" idx="15"/>
          </p:nvPr>
        </p:nvSpPr>
        <p:spPr>
          <a:xfrm>
            <a:off x="7684888" y="4345235"/>
            <a:ext cx="2937600" cy="656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2533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algn="ct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Figtree Black"/>
              <a:buNone/>
              <a:defRPr sz="3200"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054162136"/>
      </p:ext>
    </p:extLst>
  </p:cSld>
  <p:clrMapOvr>
    <a:masterClrMapping/>
  </p:clrMapOvr>
  <p:hf hd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Numbers and text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4"/>
          <p:cNvSpPr/>
          <p:nvPr/>
        </p:nvSpPr>
        <p:spPr>
          <a:xfrm>
            <a:off x="8412233" y="3315967"/>
            <a:ext cx="5657600" cy="56576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32" name="Google Shape;232;p24"/>
          <p:cNvGrpSpPr/>
          <p:nvPr/>
        </p:nvGrpSpPr>
        <p:grpSpPr>
          <a:xfrm>
            <a:off x="-92700" y="719333"/>
            <a:ext cx="12607333" cy="5425600"/>
            <a:chOff x="-69525" y="539500"/>
            <a:chExt cx="9455500" cy="4069200"/>
          </a:xfrm>
        </p:grpSpPr>
        <p:grpSp>
          <p:nvGrpSpPr>
            <p:cNvPr id="233" name="Google Shape;233;p24"/>
            <p:cNvGrpSpPr/>
            <p:nvPr/>
          </p:nvGrpSpPr>
          <p:grpSpPr>
            <a:xfrm>
              <a:off x="713225" y="539500"/>
              <a:ext cx="8672750" cy="4069200"/>
              <a:chOff x="713225" y="539500"/>
              <a:chExt cx="8672750" cy="4069200"/>
            </a:xfrm>
          </p:grpSpPr>
          <p:sp>
            <p:nvSpPr>
              <p:cNvPr id="234" name="Google Shape;234;p24"/>
              <p:cNvSpPr/>
              <p:nvPr/>
            </p:nvSpPr>
            <p:spPr>
              <a:xfrm>
                <a:off x="713225" y="539500"/>
                <a:ext cx="7717500" cy="4069200"/>
              </a:xfrm>
              <a:prstGeom prst="rect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2400"/>
              </a:p>
            </p:txBody>
          </p:sp>
          <p:cxnSp>
            <p:nvCxnSpPr>
              <p:cNvPr id="235" name="Google Shape;235;p24"/>
              <p:cNvCxnSpPr/>
              <p:nvPr/>
            </p:nvCxnSpPr>
            <p:spPr>
              <a:xfrm>
                <a:off x="8407675" y="4608575"/>
                <a:ext cx="978300" cy="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  <p:cxnSp>
          <p:nvCxnSpPr>
            <p:cNvPr id="236" name="Google Shape;236;p24"/>
            <p:cNvCxnSpPr/>
            <p:nvPr/>
          </p:nvCxnSpPr>
          <p:spPr>
            <a:xfrm rot="10800000">
              <a:off x="-69525" y="539500"/>
              <a:ext cx="789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37" name="Google Shape;237;p24"/>
          <p:cNvSpPr txBox="1">
            <a:spLocks noGrp="1"/>
          </p:cNvSpPr>
          <p:nvPr>
            <p:ph type="title" hasCustomPrompt="1"/>
          </p:nvPr>
        </p:nvSpPr>
        <p:spPr>
          <a:xfrm>
            <a:off x="943433" y="719333"/>
            <a:ext cx="5401600" cy="1025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38" name="Google Shape;238;p24"/>
          <p:cNvSpPr txBox="1">
            <a:spLocks noGrp="1"/>
          </p:cNvSpPr>
          <p:nvPr>
            <p:ph type="subTitle" idx="1"/>
          </p:nvPr>
        </p:nvSpPr>
        <p:spPr>
          <a:xfrm>
            <a:off x="943433" y="1744523"/>
            <a:ext cx="5401600" cy="5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9" name="Google Shape;239;p24"/>
          <p:cNvSpPr txBox="1">
            <a:spLocks noGrp="1"/>
          </p:cNvSpPr>
          <p:nvPr>
            <p:ph type="title" idx="2" hasCustomPrompt="1"/>
          </p:nvPr>
        </p:nvSpPr>
        <p:spPr>
          <a:xfrm>
            <a:off x="943433" y="2535132"/>
            <a:ext cx="5401600" cy="1025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0" name="Google Shape;240;p24"/>
          <p:cNvSpPr txBox="1">
            <a:spLocks noGrp="1"/>
          </p:cNvSpPr>
          <p:nvPr>
            <p:ph type="subTitle" idx="3"/>
          </p:nvPr>
        </p:nvSpPr>
        <p:spPr>
          <a:xfrm>
            <a:off x="943433" y="3560327"/>
            <a:ext cx="5401600" cy="5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41" name="Google Shape;241;p24"/>
          <p:cNvSpPr txBox="1">
            <a:spLocks noGrp="1"/>
          </p:cNvSpPr>
          <p:nvPr>
            <p:ph type="title" idx="4" hasCustomPrompt="1"/>
          </p:nvPr>
        </p:nvSpPr>
        <p:spPr>
          <a:xfrm>
            <a:off x="943433" y="4350931"/>
            <a:ext cx="5401600" cy="1025200"/>
          </a:xfrm>
          <a:prstGeom prst="rect">
            <a:avLst/>
          </a:prstGeom>
          <a:solidFill>
            <a:schemeClr val="dk1"/>
          </a:solidFill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933">
                <a:solidFill>
                  <a:schemeClr val="l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42" name="Google Shape;242;p24"/>
          <p:cNvSpPr txBox="1">
            <a:spLocks noGrp="1"/>
          </p:cNvSpPr>
          <p:nvPr>
            <p:ph type="subTitle" idx="5"/>
          </p:nvPr>
        </p:nvSpPr>
        <p:spPr>
          <a:xfrm>
            <a:off x="943433" y="5376131"/>
            <a:ext cx="5401600" cy="54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800">
                <a:solidFill>
                  <a:schemeClr val="dk1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91698237"/>
      </p:ext>
    </p:extLst>
  </p:cSld>
  <p:clrMapOvr>
    <a:masterClrMapping/>
  </p:clrMapOvr>
  <p:hf hd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25"/>
          <p:cNvSpPr/>
          <p:nvPr/>
        </p:nvSpPr>
        <p:spPr>
          <a:xfrm>
            <a:off x="10987533" y="-12353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45" name="Google Shape;245;p25"/>
          <p:cNvGrpSpPr/>
          <p:nvPr/>
        </p:nvGrpSpPr>
        <p:grpSpPr>
          <a:xfrm>
            <a:off x="-25400" y="310400"/>
            <a:ext cx="12252200" cy="6246000"/>
            <a:chOff x="-19050" y="232800"/>
            <a:chExt cx="9189150" cy="4684500"/>
          </a:xfrm>
        </p:grpSpPr>
        <p:sp>
          <p:nvSpPr>
            <p:cNvPr id="246" name="Google Shape;246;p25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47" name="Google Shape;247;p25"/>
            <p:cNvCxnSpPr/>
            <p:nvPr/>
          </p:nvCxnSpPr>
          <p:spPr>
            <a:xfrm rot="10800000">
              <a:off x="-19050" y="49173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48" name="Google Shape;248;p25"/>
            <p:cNvCxnSpPr/>
            <p:nvPr/>
          </p:nvCxnSpPr>
          <p:spPr>
            <a:xfrm rot="10800000">
              <a:off x="8911200" y="232800"/>
              <a:ext cx="2589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49" name="Google Shape;249;p25"/>
          <p:cNvSpPr txBox="1">
            <a:spLocks noGrp="1"/>
          </p:cNvSpPr>
          <p:nvPr>
            <p:ph type="title"/>
          </p:nvPr>
        </p:nvSpPr>
        <p:spPr>
          <a:xfrm>
            <a:off x="963168" y="593367"/>
            <a:ext cx="1027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1249304316"/>
      </p:ext>
    </p:extLst>
  </p:cSld>
  <p:clrMapOvr>
    <a:masterClrMapping/>
  </p:clrMapOvr>
  <p:hf hdr="0" dt="0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Title only 2"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/>
          <p:nvPr/>
        </p:nvSpPr>
        <p:spPr>
          <a:xfrm>
            <a:off x="-1232467" y="56057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2" name="Google Shape;252;p26"/>
          <p:cNvGrpSpPr/>
          <p:nvPr/>
        </p:nvGrpSpPr>
        <p:grpSpPr>
          <a:xfrm>
            <a:off x="309600" y="310400"/>
            <a:ext cx="11984400" cy="6619067"/>
            <a:chOff x="232200" y="232800"/>
            <a:chExt cx="8988300" cy="4964300"/>
          </a:xfrm>
        </p:grpSpPr>
        <p:sp>
          <p:nvSpPr>
            <p:cNvPr id="253" name="Google Shape;253;p26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54" name="Google Shape;254;p26"/>
            <p:cNvCxnSpPr/>
            <p:nvPr/>
          </p:nvCxnSpPr>
          <p:spPr>
            <a:xfrm rot="10800000">
              <a:off x="8911200" y="232800"/>
              <a:ext cx="3093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55" name="Google Shape;255;p26"/>
            <p:cNvCxnSpPr/>
            <p:nvPr/>
          </p:nvCxnSpPr>
          <p:spPr>
            <a:xfrm rot="10800000">
              <a:off x="232200" y="4890500"/>
              <a:ext cx="0" cy="3066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56" name="Google Shape;256;p26"/>
          <p:cNvSpPr txBox="1">
            <a:spLocks noGrp="1"/>
          </p:cNvSpPr>
          <p:nvPr>
            <p:ph type="title"/>
          </p:nvPr>
        </p:nvSpPr>
        <p:spPr>
          <a:xfrm>
            <a:off x="963168" y="593367"/>
            <a:ext cx="102780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3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712652697"/>
      </p:ext>
    </p:extLst>
  </p:cSld>
  <p:clrMapOvr>
    <a:masterClrMapping/>
  </p:clrMapOvr>
  <p:hf hd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Thanks"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7"/>
          <p:cNvSpPr/>
          <p:nvPr/>
        </p:nvSpPr>
        <p:spPr>
          <a:xfrm>
            <a:off x="8902800" y="-12067"/>
            <a:ext cx="6882000" cy="68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59" name="Google Shape;259;p27"/>
          <p:cNvGrpSpPr/>
          <p:nvPr/>
        </p:nvGrpSpPr>
        <p:grpSpPr>
          <a:xfrm>
            <a:off x="950964" y="-105400"/>
            <a:ext cx="11721467" cy="6250167"/>
            <a:chOff x="-669332" y="-79050"/>
            <a:chExt cx="10173707" cy="4687625"/>
          </a:xfrm>
        </p:grpSpPr>
        <p:sp>
          <p:nvSpPr>
            <p:cNvPr id="260" name="Google Shape;260;p27"/>
            <p:cNvSpPr/>
            <p:nvPr/>
          </p:nvSpPr>
          <p:spPr>
            <a:xfrm>
              <a:off x="-669325" y="533550"/>
              <a:ext cx="9100200" cy="40749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61" name="Google Shape;261;p27"/>
            <p:cNvCxnSpPr/>
            <p:nvPr/>
          </p:nvCxnSpPr>
          <p:spPr>
            <a:xfrm rot="10800000">
              <a:off x="-669332" y="-79050"/>
              <a:ext cx="0" cy="6249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62" name="Google Shape;262;p27"/>
            <p:cNvCxnSpPr/>
            <p:nvPr/>
          </p:nvCxnSpPr>
          <p:spPr>
            <a:xfrm>
              <a:off x="8425275" y="4608575"/>
              <a:ext cx="10791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  <p:sp>
        <p:nvSpPr>
          <p:cNvPr id="263" name="Google Shape;263;p27"/>
          <p:cNvSpPr txBox="1">
            <a:spLocks noGrp="1"/>
          </p:cNvSpPr>
          <p:nvPr>
            <p:ph type="title"/>
          </p:nvPr>
        </p:nvSpPr>
        <p:spPr>
          <a:xfrm>
            <a:off x="1459017" y="1037767"/>
            <a:ext cx="5930800" cy="141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 sz="7733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64" name="Google Shape;264;p27"/>
          <p:cNvSpPr txBox="1">
            <a:spLocks noGrp="1"/>
          </p:cNvSpPr>
          <p:nvPr>
            <p:ph type="subTitle" idx="1"/>
          </p:nvPr>
        </p:nvSpPr>
        <p:spPr>
          <a:xfrm>
            <a:off x="1458967" y="2202016"/>
            <a:ext cx="5930800" cy="163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65" name="Google Shape;265;p27"/>
          <p:cNvSpPr txBox="1"/>
          <p:nvPr/>
        </p:nvSpPr>
        <p:spPr>
          <a:xfrm>
            <a:off x="1458967" y="4511767"/>
            <a:ext cx="7729600" cy="741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None/>
            </a:pP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CREDITS: This presentation template was created by </a:t>
            </a:r>
            <a:r>
              <a:rPr lang="en" sz="16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600" b="1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,</a:t>
            </a:r>
            <a:r>
              <a:rPr lang="en" sz="1600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and includes icons, infographics &amp; images by </a:t>
            </a:r>
            <a:r>
              <a:rPr lang="en" sz="16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600" b="1" u="sng"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rPr>
              <a:t> </a:t>
            </a:r>
            <a:endParaRPr sz="1600" b="1" u="sng">
              <a:solidFill>
                <a:schemeClr val="dk1"/>
              </a:solidFill>
              <a:latin typeface="Hanken Grotesk"/>
              <a:ea typeface="Hanken Grotesk"/>
              <a:cs typeface="Hanken Grotesk"/>
              <a:sym typeface="Hanken Grotesk"/>
            </a:endParaRPr>
          </a:p>
        </p:txBody>
      </p:sp>
    </p:spTree>
    <p:extLst>
      <p:ext uri="{BB962C8B-B14F-4D97-AF65-F5344CB8AC3E}">
        <p14:creationId xmlns:p14="http://schemas.microsoft.com/office/powerpoint/2010/main" val="4155638652"/>
      </p:ext>
    </p:extLst>
  </p:cSld>
  <p:clrMapOvr>
    <a:masterClrMapping/>
  </p:clrMapOvr>
  <p:hf hd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ackground"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28"/>
          <p:cNvSpPr/>
          <p:nvPr/>
        </p:nvSpPr>
        <p:spPr>
          <a:xfrm>
            <a:off x="10987533" y="5605767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68" name="Google Shape;268;p28"/>
          <p:cNvGrpSpPr/>
          <p:nvPr/>
        </p:nvGrpSpPr>
        <p:grpSpPr>
          <a:xfrm>
            <a:off x="309600" y="-65867"/>
            <a:ext cx="11572000" cy="7001067"/>
            <a:chOff x="232200" y="-49400"/>
            <a:chExt cx="8679000" cy="5250800"/>
          </a:xfrm>
        </p:grpSpPr>
        <p:sp>
          <p:nvSpPr>
            <p:cNvPr id="269" name="Google Shape;269;p28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grpSp>
          <p:nvGrpSpPr>
            <p:cNvPr id="270" name="Google Shape;270;p28"/>
            <p:cNvGrpSpPr/>
            <p:nvPr/>
          </p:nvGrpSpPr>
          <p:grpSpPr>
            <a:xfrm>
              <a:off x="232200" y="-49400"/>
              <a:ext cx="8679000" cy="5250800"/>
              <a:chOff x="232200" y="-49400"/>
              <a:chExt cx="8679000" cy="5250800"/>
            </a:xfrm>
          </p:grpSpPr>
          <p:cxnSp>
            <p:nvCxnSpPr>
              <p:cNvPr id="271" name="Google Shape;271;p28"/>
              <p:cNvCxnSpPr/>
              <p:nvPr/>
            </p:nvCxnSpPr>
            <p:spPr>
              <a:xfrm rot="10800000">
                <a:off x="232200" y="-494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  <p:cxnSp>
            <p:nvCxnSpPr>
              <p:cNvPr id="272" name="Google Shape;272;p28"/>
              <p:cNvCxnSpPr/>
              <p:nvPr/>
            </p:nvCxnSpPr>
            <p:spPr>
              <a:xfrm rot="10800000">
                <a:off x="8911200" y="4917300"/>
                <a:ext cx="0" cy="284100"/>
              </a:xfrm>
              <a:prstGeom prst="straightConnector1">
                <a:avLst/>
              </a:prstGeom>
              <a:noFill/>
              <a:ln w="19050" cap="flat" cmpd="sng">
                <a:solidFill>
                  <a:schemeClr val="dk1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</p:spTree>
    <p:extLst>
      <p:ext uri="{BB962C8B-B14F-4D97-AF65-F5344CB8AC3E}">
        <p14:creationId xmlns:p14="http://schemas.microsoft.com/office/powerpoint/2010/main" val="1998653397"/>
      </p:ext>
    </p:extLst>
  </p:cSld>
  <p:clrMapOvr>
    <a:masterClrMapping/>
  </p:clrMapOvr>
  <p:hf hd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ackground 1"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9"/>
          <p:cNvSpPr/>
          <p:nvPr/>
        </p:nvSpPr>
        <p:spPr>
          <a:xfrm>
            <a:off x="10855967" y="-1182100"/>
            <a:ext cx="2482000" cy="2482000"/>
          </a:xfrm>
          <a:prstGeom prst="ellipse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275" name="Google Shape;275;p29"/>
          <p:cNvGrpSpPr/>
          <p:nvPr/>
        </p:nvGrpSpPr>
        <p:grpSpPr>
          <a:xfrm>
            <a:off x="309600" y="310400"/>
            <a:ext cx="12060000" cy="6634000"/>
            <a:chOff x="232200" y="232800"/>
            <a:chExt cx="9045000" cy="4975500"/>
          </a:xfrm>
        </p:grpSpPr>
        <p:sp>
          <p:nvSpPr>
            <p:cNvPr id="276" name="Google Shape;276;p29"/>
            <p:cNvSpPr/>
            <p:nvPr/>
          </p:nvSpPr>
          <p:spPr>
            <a:xfrm>
              <a:off x="232200" y="232800"/>
              <a:ext cx="8679000" cy="4684500"/>
            </a:xfrm>
            <a:prstGeom prst="rect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cxnSp>
          <p:nvCxnSpPr>
            <p:cNvPr id="277" name="Google Shape;277;p29"/>
            <p:cNvCxnSpPr/>
            <p:nvPr/>
          </p:nvCxnSpPr>
          <p:spPr>
            <a:xfrm>
              <a:off x="8911200" y="232800"/>
              <a:ext cx="366000" cy="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278" name="Google Shape;278;p29"/>
            <p:cNvCxnSpPr/>
            <p:nvPr/>
          </p:nvCxnSpPr>
          <p:spPr>
            <a:xfrm>
              <a:off x="232200" y="4917300"/>
              <a:ext cx="1200" cy="291000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  <p:extLst>
      <p:ext uri="{BB962C8B-B14F-4D97-AF65-F5344CB8AC3E}">
        <p14:creationId xmlns:p14="http://schemas.microsoft.com/office/powerpoint/2010/main" val="918646139"/>
      </p:ext>
    </p:extLst>
  </p:cSld>
  <p:clrMapOvr>
    <a:masterClrMapping/>
  </p:clrMapOvr>
  <p:hf hd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1219200" y="1447800"/>
            <a:ext cx="10363200" cy="4572000"/>
          </a:xfrm>
        </p:spPr>
        <p:txBody>
          <a:bodyPr vert="horz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0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887023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>
  <p:cSld name="1_Section Header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952501"/>
            <a:ext cx="10363200" cy="1362075"/>
          </a:xfrm>
        </p:spPr>
        <p:txBody>
          <a:bodyPr anchor="b" anchorCtr="0"/>
          <a:lstStyle>
            <a:lvl1pPr algn="l">
              <a:buNone/>
              <a:defRPr sz="4000" b="0" cap="none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547938"/>
            <a:ext cx="10363200" cy="1338262"/>
          </a:xfrm>
        </p:spPr>
        <p:txBody>
          <a:bodyPr anchor="t" anchorCtr="0"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8AEBBE-F8B2-42CF-9895-E86A608384EB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066800" y="6172200"/>
            <a:ext cx="533400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95072" y="6208776"/>
            <a:ext cx="609600" cy="457200"/>
          </a:xfrm>
        </p:spPr>
        <p:txBody>
          <a:bodyPr/>
          <a:lstStyle/>
          <a:p>
            <a:fld id="{687D7A59-36E2-48B9-B146-C1E59501F63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F1F20C20-DE23-6FE7-74A0-517218ACED7A}"/>
              </a:ext>
            </a:extLst>
          </p:cNvPr>
          <p:cNvSpPr/>
          <p:nvPr userDrawn="1"/>
        </p:nvSpPr>
        <p:spPr>
          <a:xfrm rot="10800000">
            <a:off x="-1" y="5019503"/>
            <a:ext cx="9676770" cy="1838496"/>
          </a:xfrm>
          <a:custGeom>
            <a:avLst/>
            <a:gdLst>
              <a:gd name="connsiteX0" fmla="*/ 3062591 w 9676770"/>
              <a:gd name="connsiteY0" fmla="*/ 1838437 h 1838496"/>
              <a:gd name="connsiteX1" fmla="*/ 10485 w 9676770"/>
              <a:gd name="connsiteY1" fmla="*/ 104484 h 1838496"/>
              <a:gd name="connsiteX2" fmla="*/ 0 w 9676770"/>
              <a:gd name="connsiteY2" fmla="*/ 0 h 1838496"/>
              <a:gd name="connsiteX3" fmla="*/ 9676770 w 9676770"/>
              <a:gd name="connsiteY3" fmla="*/ 0 h 1838496"/>
              <a:gd name="connsiteX4" fmla="*/ 9676770 w 9676770"/>
              <a:gd name="connsiteY4" fmla="*/ 396354 h 1838496"/>
              <a:gd name="connsiteX5" fmla="*/ 9495267 w 9676770"/>
              <a:gd name="connsiteY5" fmla="*/ 334664 h 1838496"/>
              <a:gd name="connsiteX6" fmla="*/ 7835850 w 9676770"/>
              <a:gd name="connsiteY6" fmla="*/ 99619 h 1838496"/>
              <a:gd name="connsiteX7" fmla="*/ 3062591 w 9676770"/>
              <a:gd name="connsiteY7" fmla="*/ 1838437 h 18384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9676770" h="1838496">
                <a:moveTo>
                  <a:pt x="3062591" y="1838437"/>
                </a:moveTo>
                <a:cubicBezTo>
                  <a:pt x="1270312" y="1847662"/>
                  <a:pt x="141962" y="776331"/>
                  <a:pt x="10485" y="104484"/>
                </a:cubicBezTo>
                <a:lnTo>
                  <a:pt x="0" y="0"/>
                </a:lnTo>
                <a:lnTo>
                  <a:pt x="9676770" y="0"/>
                </a:lnTo>
                <a:lnTo>
                  <a:pt x="9676770" y="396354"/>
                </a:lnTo>
                <a:lnTo>
                  <a:pt x="9495267" y="334664"/>
                </a:lnTo>
                <a:cubicBezTo>
                  <a:pt x="9021588" y="187614"/>
                  <a:pt x="8472423" y="88973"/>
                  <a:pt x="7835850" y="99619"/>
                </a:cubicBezTo>
                <a:cubicBezTo>
                  <a:pt x="5798818" y="133686"/>
                  <a:pt x="4974355" y="1828598"/>
                  <a:pt x="3062591" y="1838437"/>
                </a:cubicBezTo>
                <a:close/>
              </a:path>
            </a:pathLst>
          </a:custGeom>
          <a:gradFill flip="none" rotWithShape="1">
            <a:gsLst>
              <a:gs pos="43000">
                <a:schemeClr val="accent3">
                  <a:lumMod val="25000"/>
                  <a:alpha val="50000"/>
                </a:schemeClr>
              </a:gs>
              <a:gs pos="73000">
                <a:schemeClr val="accent1">
                  <a:alpha val="29177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Freeform 4">
            <a:extLst>
              <a:ext uri="{FF2B5EF4-FFF2-40B4-BE49-F238E27FC236}">
                <a16:creationId xmlns:a16="http://schemas.microsoft.com/office/drawing/2014/main" id="{98E2EA35-4179-2438-E1D1-02EFA8830FF9}"/>
              </a:ext>
            </a:extLst>
          </p:cNvPr>
          <p:cNvSpPr/>
          <p:nvPr userDrawn="1"/>
        </p:nvSpPr>
        <p:spPr>
          <a:xfrm flipV="1">
            <a:off x="2763044" y="6076116"/>
            <a:ext cx="3946673" cy="781884"/>
          </a:xfrm>
          <a:custGeom>
            <a:avLst/>
            <a:gdLst>
              <a:gd name="connsiteX0" fmla="*/ 1910385 w 3946673"/>
              <a:gd name="connsiteY0" fmla="*/ 781847 h 781884"/>
              <a:gd name="connsiteX1" fmla="*/ 3855031 w 3946673"/>
              <a:gd name="connsiteY1" fmla="*/ 44786 h 781884"/>
              <a:gd name="connsiteX2" fmla="*/ 3946673 w 3946673"/>
              <a:gd name="connsiteY2" fmla="*/ 0 h 781884"/>
              <a:gd name="connsiteX3" fmla="*/ 0 w 3946673"/>
              <a:gd name="connsiteY3" fmla="*/ 0 h 781884"/>
              <a:gd name="connsiteX4" fmla="*/ 54644 w 3946673"/>
              <a:gd name="connsiteY4" fmla="*/ 67939 h 781884"/>
              <a:gd name="connsiteX5" fmla="*/ 1910385 w 3946673"/>
              <a:gd name="connsiteY5" fmla="*/ 781847 h 78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3946673" h="781884">
                <a:moveTo>
                  <a:pt x="1910385" y="781847"/>
                </a:moveTo>
                <a:cubicBezTo>
                  <a:pt x="2719463" y="777993"/>
                  <a:pt x="3240943" y="361686"/>
                  <a:pt x="3855031" y="44786"/>
                </a:cubicBezTo>
                <a:lnTo>
                  <a:pt x="3946673" y="0"/>
                </a:lnTo>
                <a:lnTo>
                  <a:pt x="0" y="0"/>
                </a:lnTo>
                <a:lnTo>
                  <a:pt x="54644" y="67939"/>
                </a:lnTo>
                <a:cubicBezTo>
                  <a:pt x="372182" y="426203"/>
                  <a:pt x="1020399" y="786086"/>
                  <a:pt x="1910385" y="781847"/>
                </a:cubicBezTo>
                <a:close/>
              </a:path>
            </a:pathLst>
          </a:custGeom>
          <a:gradFill>
            <a:gsLst>
              <a:gs pos="66000">
                <a:schemeClr val="accent4">
                  <a:lumMod val="75000"/>
                  <a:alpha val="46295"/>
                </a:schemeClr>
              </a:gs>
              <a:gs pos="33000">
                <a:schemeClr val="accent3">
                  <a:lumMod val="25000"/>
                  <a:alpha val="27934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A7C0B16B-87E9-E92C-62F3-D1844BEE5B2D}"/>
              </a:ext>
            </a:extLst>
          </p:cNvPr>
          <p:cNvSpPr/>
          <p:nvPr userDrawn="1"/>
        </p:nvSpPr>
        <p:spPr>
          <a:xfrm rot="10800000">
            <a:off x="5393054" y="6015979"/>
            <a:ext cx="4758726" cy="842020"/>
          </a:xfrm>
          <a:custGeom>
            <a:avLst/>
            <a:gdLst>
              <a:gd name="connsiteX0" fmla="*/ 2449167 w 4758726"/>
              <a:gd name="connsiteY0" fmla="*/ 841961 h 842020"/>
              <a:gd name="connsiteX1" fmla="*/ 12024 w 4758726"/>
              <a:gd name="connsiteY1" fmla="*/ 11254 h 842020"/>
              <a:gd name="connsiteX2" fmla="*/ 0 w 4758726"/>
              <a:gd name="connsiteY2" fmla="*/ 0 h 842020"/>
              <a:gd name="connsiteX3" fmla="*/ 4758726 w 4758726"/>
              <a:gd name="connsiteY3" fmla="*/ 0 h 842020"/>
              <a:gd name="connsiteX4" fmla="*/ 4526601 w 4758726"/>
              <a:gd name="connsiteY4" fmla="*/ 141635 h 842020"/>
              <a:gd name="connsiteX5" fmla="*/ 2449167 w 4758726"/>
              <a:gd name="connsiteY5" fmla="*/ 841961 h 842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758726" h="842020">
                <a:moveTo>
                  <a:pt x="2449167" y="841961"/>
                </a:moveTo>
                <a:cubicBezTo>
                  <a:pt x="1373800" y="847496"/>
                  <a:pt x="537447" y="464031"/>
                  <a:pt x="12024" y="11254"/>
                </a:cubicBezTo>
                <a:lnTo>
                  <a:pt x="0" y="0"/>
                </a:lnTo>
                <a:lnTo>
                  <a:pt x="4758726" y="0"/>
                </a:lnTo>
                <a:lnTo>
                  <a:pt x="4526601" y="141635"/>
                </a:lnTo>
                <a:cubicBezTo>
                  <a:pt x="3913845" y="510819"/>
                  <a:pt x="3285564" y="837657"/>
                  <a:pt x="2449167" y="841961"/>
                </a:cubicBezTo>
                <a:close/>
              </a:path>
            </a:pathLst>
          </a:custGeom>
          <a:gradFill>
            <a:gsLst>
              <a:gs pos="0">
                <a:schemeClr val="tx2">
                  <a:alpha val="43000"/>
                </a:schemeClr>
              </a:gs>
              <a:gs pos="100000">
                <a:schemeClr val="accent6">
                  <a:alpha val="5300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5" name="Freeform 6">
            <a:extLst>
              <a:ext uri="{FF2B5EF4-FFF2-40B4-BE49-F238E27FC236}">
                <a16:creationId xmlns:a16="http://schemas.microsoft.com/office/drawing/2014/main" id="{51F4118C-3B46-F20B-EF12-E16F7513844C}"/>
              </a:ext>
            </a:extLst>
          </p:cNvPr>
          <p:cNvSpPr/>
          <p:nvPr userDrawn="1"/>
        </p:nvSpPr>
        <p:spPr>
          <a:xfrm rot="10800000" flipH="1">
            <a:off x="-2688" y="5263861"/>
            <a:ext cx="12192000" cy="1599109"/>
          </a:xfrm>
          <a:custGeom>
            <a:avLst/>
            <a:gdLst>
              <a:gd name="connsiteX0" fmla="*/ 1373073 w 12192000"/>
              <a:gd name="connsiteY0" fmla="*/ 1599066 h 1599109"/>
              <a:gd name="connsiteX1" fmla="*/ 4901233 w 12192000"/>
              <a:gd name="connsiteY1" fmla="*/ 313816 h 1599109"/>
              <a:gd name="connsiteX2" fmla="*/ 7629483 w 12192000"/>
              <a:gd name="connsiteY2" fmla="*/ 1209099 h 1599109"/>
              <a:gd name="connsiteX3" fmla="*/ 7664573 w 12192000"/>
              <a:gd name="connsiteY3" fmla="*/ 1222798 h 1599109"/>
              <a:gd name="connsiteX4" fmla="*/ 7753536 w 12192000"/>
              <a:gd name="connsiteY4" fmla="*/ 1277391 h 1599109"/>
              <a:gd name="connsiteX5" fmla="*/ 9091947 w 12192000"/>
              <a:gd name="connsiteY5" fmla="*/ 1582567 h 1599109"/>
              <a:gd name="connsiteX6" fmla="*/ 12094171 w 12192000"/>
              <a:gd name="connsiteY6" fmla="*/ 359476 h 1599109"/>
              <a:gd name="connsiteX7" fmla="*/ 12192000 w 12192000"/>
              <a:gd name="connsiteY7" fmla="*/ 342643 h 1599109"/>
              <a:gd name="connsiteX8" fmla="*/ 12192000 w 12192000"/>
              <a:gd name="connsiteY8" fmla="*/ 0 h 1599109"/>
              <a:gd name="connsiteX9" fmla="*/ 0 w 12192000"/>
              <a:gd name="connsiteY9" fmla="*/ 0 h 1599109"/>
              <a:gd name="connsiteX10" fmla="*/ 0 w 12192000"/>
              <a:gd name="connsiteY10" fmla="*/ 1274406 h 1599109"/>
              <a:gd name="connsiteX11" fmla="*/ 34662 w 12192000"/>
              <a:gd name="connsiteY11" fmla="*/ 1293889 h 1599109"/>
              <a:gd name="connsiteX12" fmla="*/ 1373073 w 12192000"/>
              <a:gd name="connsiteY12" fmla="*/ 1599066 h 15991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1599109">
                <a:moveTo>
                  <a:pt x="1373073" y="1599066"/>
                </a:moveTo>
                <a:cubicBezTo>
                  <a:pt x="2786156" y="1591793"/>
                  <a:pt x="3395560" y="338997"/>
                  <a:pt x="4901233" y="313816"/>
                </a:cubicBezTo>
                <a:cubicBezTo>
                  <a:pt x="6312803" y="290208"/>
                  <a:pt x="7142906" y="993618"/>
                  <a:pt x="7629483" y="1209099"/>
                </a:cubicBezTo>
                <a:lnTo>
                  <a:pt x="7664573" y="1222798"/>
                </a:lnTo>
                <a:lnTo>
                  <a:pt x="7753536" y="1277391"/>
                </a:lnTo>
                <a:cubicBezTo>
                  <a:pt x="8110655" y="1460232"/>
                  <a:pt x="8562041" y="1585295"/>
                  <a:pt x="9091947" y="1582567"/>
                </a:cubicBezTo>
                <a:cubicBezTo>
                  <a:pt x="10328396" y="1576205"/>
                  <a:pt x="10949524" y="616237"/>
                  <a:pt x="12094171" y="359476"/>
                </a:cubicBezTo>
                <a:lnTo>
                  <a:pt x="12192000" y="342643"/>
                </a:lnTo>
                <a:lnTo>
                  <a:pt x="12192000" y="0"/>
                </a:lnTo>
                <a:lnTo>
                  <a:pt x="0" y="0"/>
                </a:lnTo>
                <a:lnTo>
                  <a:pt x="0" y="1274406"/>
                </a:lnTo>
                <a:lnTo>
                  <a:pt x="34662" y="1293889"/>
                </a:lnTo>
                <a:cubicBezTo>
                  <a:pt x="391780" y="1476730"/>
                  <a:pt x="843167" y="1601794"/>
                  <a:pt x="1373073" y="1599066"/>
                </a:cubicBezTo>
                <a:close/>
              </a:path>
            </a:pathLst>
          </a:custGeom>
          <a:gradFill flip="none" rotWithShape="1">
            <a:gsLst>
              <a:gs pos="0">
                <a:schemeClr val="accent6">
                  <a:alpha val="69328"/>
                </a:schemeClr>
              </a:gs>
              <a:gs pos="85000">
                <a:schemeClr val="accent5">
                  <a:lumMod val="50000"/>
                  <a:alpha val="42331"/>
                </a:scheme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CD0F8AA9-2207-2D4C-C2E0-FEF14E2D9ACF}"/>
              </a:ext>
            </a:extLst>
          </p:cNvPr>
          <p:cNvCxnSpPr>
            <a:cxnSpLocks/>
          </p:cNvCxnSpPr>
          <p:nvPr userDrawn="1"/>
        </p:nvCxnSpPr>
        <p:spPr>
          <a:xfrm rot="5400000">
            <a:off x="6095999" y="2597191"/>
            <a:ext cx="0" cy="1655180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922400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5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Placeholder 50">
            <a:extLst>
              <a:ext uri="{FF2B5EF4-FFF2-40B4-BE49-F238E27FC236}">
                <a16:creationId xmlns:a16="http://schemas.microsoft.com/office/drawing/2014/main" id="{100A0D9B-ADC5-C41B-130F-1EA1EDE9F2E2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37260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695761 h 1856232"/>
              <a:gd name="connsiteX3" fmla="*/ 1933505 w 2093976"/>
              <a:gd name="connsiteY3" fmla="*/ 1856232 h 1856232"/>
              <a:gd name="connsiteX4" fmla="*/ 0 w 2093976"/>
              <a:gd name="connsiteY4" fmla="*/ 1856232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695761"/>
                </a:lnTo>
                <a:cubicBezTo>
                  <a:pt x="2093976" y="1784387"/>
                  <a:pt x="2022131" y="1856232"/>
                  <a:pt x="1933505" y="1856232"/>
                </a:cubicBezTo>
                <a:lnTo>
                  <a:pt x="0" y="1856232"/>
                </a:ln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506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7" name="Text Placeholder 56">
            <a:extLst>
              <a:ext uri="{FF2B5EF4-FFF2-40B4-BE49-F238E27FC236}">
                <a16:creationId xmlns:a16="http://schemas.microsoft.com/office/drawing/2014/main" id="{9AF8AEFF-3F3B-8AFC-621B-F653E2F1B74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7339" y="2478024"/>
            <a:ext cx="2098157" cy="702770"/>
          </a:xfrm>
          <a:custGeom>
            <a:avLst/>
            <a:gdLst>
              <a:gd name="connsiteX0" fmla="*/ 169182 w 2098157"/>
              <a:gd name="connsiteY0" fmla="*/ 0 h 702770"/>
              <a:gd name="connsiteX1" fmla="*/ 2098157 w 2098157"/>
              <a:gd name="connsiteY1" fmla="*/ 0 h 702770"/>
              <a:gd name="connsiteX2" fmla="*/ 2098157 w 2098157"/>
              <a:gd name="connsiteY2" fmla="*/ 702770 h 702770"/>
              <a:gd name="connsiteX3" fmla="*/ 2097025 w 2098157"/>
              <a:gd name="connsiteY3" fmla="*/ 702770 h 702770"/>
              <a:gd name="connsiteX4" fmla="*/ 503974 w 2098157"/>
              <a:gd name="connsiteY4" fmla="*/ 702770 h 702770"/>
              <a:gd name="connsiteX5" fmla="*/ 0 w 2098157"/>
              <a:gd name="connsiteY5" fmla="*/ 702770 h 702770"/>
              <a:gd name="connsiteX6" fmla="*/ 0 w 2098157"/>
              <a:gd name="connsiteY6" fmla="*/ 202766 h 702770"/>
              <a:gd name="connsiteX7" fmla="*/ 136581 w 2098157"/>
              <a:gd name="connsiteY7" fmla="*/ 3900 h 7027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70">
                <a:moveTo>
                  <a:pt x="169182" y="0"/>
                </a:moveTo>
                <a:lnTo>
                  <a:pt x="2098157" y="0"/>
                </a:lnTo>
                <a:lnTo>
                  <a:pt x="2098157" y="702770"/>
                </a:lnTo>
                <a:lnTo>
                  <a:pt x="2097025" y="702770"/>
                </a:lnTo>
                <a:lnTo>
                  <a:pt x="503974" y="702770"/>
                </a:lnTo>
                <a:lnTo>
                  <a:pt x="0" y="702770"/>
                </a:lnTo>
                <a:lnTo>
                  <a:pt x="0" y="202766"/>
                </a:lnTo>
                <a:cubicBezTo>
                  <a:pt x="0" y="104671"/>
                  <a:pt x="58634" y="22828"/>
                  <a:pt x="136581" y="3900"/>
                </a:cubicBezTo>
                <a:close/>
              </a:path>
            </a:pathLst>
          </a:custGeom>
          <a:solidFill>
            <a:schemeClr val="accent6"/>
          </a:solidFill>
          <a:ln w="12700">
            <a:solidFill>
              <a:schemeClr val="accent6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2" name="Text Placeholder 51">
            <a:extLst>
              <a:ext uri="{FF2B5EF4-FFF2-40B4-BE49-F238E27FC236}">
                <a16:creationId xmlns:a16="http://schemas.microsoft.com/office/drawing/2014/main" id="{C0111168-089D-E125-6CBB-0B288CE8D5B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31520" y="3236976"/>
            <a:ext cx="2093976" cy="1856232"/>
          </a:xfrm>
          <a:custGeom>
            <a:avLst/>
            <a:gdLst>
              <a:gd name="connsiteX0" fmla="*/ 0 w 2093976"/>
              <a:gd name="connsiteY0" fmla="*/ 0 h 1856232"/>
              <a:gd name="connsiteX1" fmla="*/ 2093976 w 2093976"/>
              <a:gd name="connsiteY1" fmla="*/ 0 h 1856232"/>
              <a:gd name="connsiteX2" fmla="*/ 2093976 w 2093976"/>
              <a:gd name="connsiteY2" fmla="*/ 1856232 h 1856232"/>
              <a:gd name="connsiteX3" fmla="*/ 160471 w 2093976"/>
              <a:gd name="connsiteY3" fmla="*/ 1856232 h 1856232"/>
              <a:gd name="connsiteX4" fmla="*/ 0 w 2093976"/>
              <a:gd name="connsiteY4" fmla="*/ 1695761 h 18562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93976" h="1856232">
                <a:moveTo>
                  <a:pt x="0" y="0"/>
                </a:moveTo>
                <a:lnTo>
                  <a:pt x="2093976" y="0"/>
                </a:lnTo>
                <a:lnTo>
                  <a:pt x="2093976" y="1856232"/>
                </a:lnTo>
                <a:lnTo>
                  <a:pt x="160471" y="1856232"/>
                </a:lnTo>
                <a:cubicBezTo>
                  <a:pt x="71845" y="1856232"/>
                  <a:pt x="0" y="1784387"/>
                  <a:pt x="0" y="1695761"/>
                </a:cubicBezTo>
                <a:close/>
              </a:path>
            </a:pathLst>
          </a:custGeom>
          <a:ln w="12700">
            <a:solidFill>
              <a:schemeClr val="bg1"/>
            </a:solidFill>
          </a:ln>
        </p:spPr>
        <p:txBody>
          <a:bodyPr wrap="square" lIns="256032" tIns="201168" rIns="274320" anchor="t">
            <a:no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2884932" y="2478024"/>
            <a:ext cx="2103120" cy="704088"/>
          </a:xfr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9179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047488" y="2478024"/>
            <a:ext cx="2103120" cy="704088"/>
          </a:xfrm>
          <a:solidFill>
            <a:schemeClr val="accent4"/>
          </a:solidFill>
          <a:ln w="12700">
            <a:solidFill>
              <a:schemeClr val="accent4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5206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10044" y="2478024"/>
            <a:ext cx="2103120" cy="704088"/>
          </a:xfrm>
          <a:solidFill>
            <a:schemeClr val="accent2"/>
          </a:solidFill>
          <a:ln w="12700">
            <a:solidFill>
              <a:schemeClr val="accent2"/>
            </a:solidFill>
          </a:ln>
        </p:spPr>
        <p:txBody>
          <a:bodyPr lIns="91440" tIns="45720" rIns="91440" bIns="4572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12330" y="3236976"/>
            <a:ext cx="2093976" cy="1856232"/>
          </a:xfrm>
          <a:ln w="12700">
            <a:solidFill>
              <a:schemeClr val="bg1"/>
            </a:solidFill>
          </a:ln>
        </p:spPr>
        <p:txBody>
          <a:bodyPr lIns="256032" tIns="201168" rIns="2743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5" name="Text Placeholder 54">
            <a:extLst>
              <a:ext uri="{FF2B5EF4-FFF2-40B4-BE49-F238E27FC236}">
                <a16:creationId xmlns:a16="http://schemas.microsoft.com/office/drawing/2014/main" id="{76A5CBAC-0099-3E8F-E44D-7B999D70796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372600" y="2478025"/>
            <a:ext cx="2098157" cy="702769"/>
          </a:xfrm>
          <a:custGeom>
            <a:avLst/>
            <a:gdLst>
              <a:gd name="connsiteX0" fmla="*/ 0 w 2098157"/>
              <a:gd name="connsiteY0" fmla="*/ 0 h 702769"/>
              <a:gd name="connsiteX1" fmla="*/ 1928984 w 2098157"/>
              <a:gd name="connsiteY1" fmla="*/ 0 h 702769"/>
              <a:gd name="connsiteX2" fmla="*/ 1961576 w 2098157"/>
              <a:gd name="connsiteY2" fmla="*/ 3899 h 702769"/>
              <a:gd name="connsiteX3" fmla="*/ 2098157 w 2098157"/>
              <a:gd name="connsiteY3" fmla="*/ 202765 h 702769"/>
              <a:gd name="connsiteX4" fmla="*/ 2098157 w 2098157"/>
              <a:gd name="connsiteY4" fmla="*/ 702769 h 702769"/>
              <a:gd name="connsiteX5" fmla="*/ 1594183 w 2098157"/>
              <a:gd name="connsiteY5" fmla="*/ 702769 h 702769"/>
              <a:gd name="connsiteX6" fmla="*/ 1132 w 2098157"/>
              <a:gd name="connsiteY6" fmla="*/ 702769 h 702769"/>
              <a:gd name="connsiteX7" fmla="*/ 0 w 2098157"/>
              <a:gd name="connsiteY7" fmla="*/ 702769 h 702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098157" h="702769">
                <a:moveTo>
                  <a:pt x="0" y="0"/>
                </a:moveTo>
                <a:lnTo>
                  <a:pt x="1928984" y="0"/>
                </a:lnTo>
                <a:lnTo>
                  <a:pt x="1961576" y="3899"/>
                </a:lnTo>
                <a:cubicBezTo>
                  <a:pt x="2039523" y="22827"/>
                  <a:pt x="2098157" y="104670"/>
                  <a:pt x="2098157" y="202765"/>
                </a:cubicBezTo>
                <a:lnTo>
                  <a:pt x="2098157" y="702769"/>
                </a:lnTo>
                <a:lnTo>
                  <a:pt x="1594183" y="702769"/>
                </a:lnTo>
                <a:lnTo>
                  <a:pt x="1132" y="702769"/>
                </a:lnTo>
                <a:lnTo>
                  <a:pt x="0" y="702769"/>
                </a:lnTo>
                <a:close/>
              </a:path>
            </a:pathLst>
          </a:custGeom>
          <a:solidFill>
            <a:schemeClr val="tx2"/>
          </a:solidFill>
          <a:ln w="12700">
            <a:solidFill>
              <a:schemeClr val="tx2"/>
            </a:solidFill>
          </a:ln>
        </p:spPr>
        <p:txBody>
          <a:bodyPr wrap="square" lIns="91440" tIns="45720" rIns="91440" bIns="45720" anchor="ctr">
            <a:noAutofit/>
          </a:bodyPr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966900225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53694F-11E9-3CF0-DCDE-FC7C6FAF56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24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C652500-B558-F785-439F-12315F43312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8A96B1-64D5-11B6-BD02-AD31F317296F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C883D99-31C6-D5A2-D86A-FC9440CEA769}"/>
              </a:ext>
            </a:extLst>
          </p:cNvPr>
          <p:cNvCxnSpPr>
            <a:cxnSpLocks/>
          </p:cNvCxnSpPr>
          <p:nvPr userDrawn="1"/>
        </p:nvCxnSpPr>
        <p:spPr>
          <a:xfrm>
            <a:off x="1944007" y="3324115"/>
            <a:ext cx="2170451" cy="0"/>
          </a:xfrm>
          <a:prstGeom prst="line">
            <a:avLst/>
          </a:prstGeom>
          <a:ln w="12700">
            <a:solidFill>
              <a:schemeClr val="accent6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38AB5A6-6184-8A00-738A-9F575C1472CC}"/>
              </a:ext>
            </a:extLst>
          </p:cNvPr>
          <p:cNvCxnSpPr>
            <a:cxnSpLocks/>
          </p:cNvCxnSpPr>
          <p:nvPr userDrawn="1"/>
        </p:nvCxnSpPr>
        <p:spPr>
          <a:xfrm>
            <a:off x="4114458" y="3322646"/>
            <a:ext cx="2171700" cy="0"/>
          </a:xfrm>
          <a:prstGeom prst="line">
            <a:avLst/>
          </a:prstGeom>
          <a:ln w="12700">
            <a:solidFill>
              <a:schemeClr val="accent5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0BFB726-8911-1D40-8CAD-0678A3988661}"/>
              </a:ext>
            </a:extLst>
          </p:cNvPr>
          <p:cNvCxnSpPr>
            <a:cxnSpLocks/>
          </p:cNvCxnSpPr>
          <p:nvPr userDrawn="1"/>
        </p:nvCxnSpPr>
        <p:spPr>
          <a:xfrm>
            <a:off x="6286158" y="3322646"/>
            <a:ext cx="2161515" cy="14408"/>
          </a:xfrm>
          <a:prstGeom prst="line">
            <a:avLst/>
          </a:prstGeom>
          <a:ln w="12700">
            <a:solidFill>
              <a:schemeClr val="accent4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A06BA5D-5C40-149B-0AE7-118CF43109F3}"/>
              </a:ext>
            </a:extLst>
          </p:cNvPr>
          <p:cNvCxnSpPr>
            <a:cxnSpLocks/>
          </p:cNvCxnSpPr>
          <p:nvPr userDrawn="1"/>
        </p:nvCxnSpPr>
        <p:spPr>
          <a:xfrm>
            <a:off x="8447673" y="3333307"/>
            <a:ext cx="2189197" cy="0"/>
          </a:xfrm>
          <a:prstGeom prst="line">
            <a:avLst/>
          </a:prstGeom>
          <a:ln w="12700">
            <a:solidFill>
              <a:schemeClr val="accent2"/>
            </a:solidFill>
            <a:prstDash val="soli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Oval 8">
            <a:extLst>
              <a:ext uri="{FF2B5EF4-FFF2-40B4-BE49-F238E27FC236}">
                <a16:creationId xmlns:a16="http://schemas.microsoft.com/office/drawing/2014/main" id="{0E1F9F84-FEDF-EE4B-151E-0BA753B313F2}"/>
              </a:ext>
            </a:extLst>
          </p:cNvPr>
          <p:cNvSpPr/>
          <p:nvPr userDrawn="1"/>
        </p:nvSpPr>
        <p:spPr>
          <a:xfrm>
            <a:off x="1349145" y="2715964"/>
            <a:ext cx="1218817" cy="1218817"/>
          </a:xfrm>
          <a:prstGeom prst="ellipse">
            <a:avLst/>
          </a:prstGeom>
          <a:solidFill>
            <a:schemeClr val="accent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B5D1979A-4075-FDBC-DC21-B473A894753D}"/>
              </a:ext>
            </a:extLst>
          </p:cNvPr>
          <p:cNvSpPr/>
          <p:nvPr userDrawn="1"/>
        </p:nvSpPr>
        <p:spPr>
          <a:xfrm>
            <a:off x="3525168" y="2721004"/>
            <a:ext cx="1218817" cy="12188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253DC90-8B68-11F4-262C-EF788CC251ED}"/>
              </a:ext>
            </a:extLst>
          </p:cNvPr>
          <p:cNvSpPr/>
          <p:nvPr userDrawn="1"/>
        </p:nvSpPr>
        <p:spPr>
          <a:xfrm>
            <a:off x="5704017" y="2716977"/>
            <a:ext cx="1218817" cy="1218817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CEBAA34-A280-D694-891B-142A8D7FA33C}"/>
              </a:ext>
            </a:extLst>
          </p:cNvPr>
          <p:cNvSpPr/>
          <p:nvPr userDrawn="1"/>
        </p:nvSpPr>
        <p:spPr>
          <a:xfrm>
            <a:off x="7847695" y="2726015"/>
            <a:ext cx="1218817" cy="121881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EC576C9-CAB6-8D5D-5976-B4CC1FB6B5C0}"/>
              </a:ext>
            </a:extLst>
          </p:cNvPr>
          <p:cNvSpPr/>
          <p:nvPr userDrawn="1"/>
        </p:nvSpPr>
        <p:spPr>
          <a:xfrm>
            <a:off x="10049319" y="2718520"/>
            <a:ext cx="1218817" cy="121881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0B3AAAB5-1B7C-5567-E7F2-E97DCAFEA821}"/>
              </a:ext>
            </a:extLst>
          </p:cNvPr>
          <p:cNvSpPr/>
          <p:nvPr userDrawn="1"/>
        </p:nvSpPr>
        <p:spPr>
          <a:xfrm flipH="1">
            <a:off x="1418423" y="278651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6E861CF-DCF3-E6B9-1438-583DC69FFA06}"/>
              </a:ext>
            </a:extLst>
          </p:cNvPr>
          <p:cNvSpPr/>
          <p:nvPr userDrawn="1"/>
        </p:nvSpPr>
        <p:spPr>
          <a:xfrm flipH="1">
            <a:off x="3593035" y="2791555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0F4D24E5-CE49-C81C-1933-88384A77E742}"/>
              </a:ext>
            </a:extLst>
          </p:cNvPr>
          <p:cNvSpPr/>
          <p:nvPr userDrawn="1"/>
        </p:nvSpPr>
        <p:spPr>
          <a:xfrm flipH="1">
            <a:off x="5771884" y="2787528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0F1CA68B-CB89-15A1-13F9-3DD65297D0BD}"/>
              </a:ext>
            </a:extLst>
          </p:cNvPr>
          <p:cNvSpPr/>
          <p:nvPr userDrawn="1"/>
        </p:nvSpPr>
        <p:spPr>
          <a:xfrm flipH="1">
            <a:off x="7915562" y="2796566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AD773FD-C1E4-FDB0-FDF1-0925375BE2A5}"/>
              </a:ext>
            </a:extLst>
          </p:cNvPr>
          <p:cNvSpPr/>
          <p:nvPr userDrawn="1"/>
        </p:nvSpPr>
        <p:spPr>
          <a:xfrm flipH="1">
            <a:off x="10129886" y="2789071"/>
            <a:ext cx="1071564" cy="1071564"/>
          </a:xfrm>
          <a:prstGeom prst="ellipse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ACA633AF-3209-BF0D-1450-6A91ACC8533F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07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0" name="Text Placeholder 11">
            <a:extLst>
              <a:ext uri="{FF2B5EF4-FFF2-40B4-BE49-F238E27FC236}">
                <a16:creationId xmlns:a16="http://schemas.microsoft.com/office/drawing/2014/main" id="{F70EFB68-D184-8E31-A027-F291D78776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3807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20FBF32C-8DDB-F094-1C74-FDE91B64F98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538728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C5237567-8AEF-3966-7CED-5DA3ACD21E7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538728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137587B-C03C-671F-AED7-4B974605AF4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72414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25D4A96A-10D9-D4AD-C775-61041F026BA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72414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81308FE1-98CC-9FD0-5CF1-5A8E61C5BA9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72984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B6FB197B-711E-A949-62E5-216CBC83FFB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872984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BC5472B4-CBBF-AC70-5BA8-A0661E663D4A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10058400" y="4114800"/>
            <a:ext cx="1362456" cy="466344"/>
          </a:xfrm>
        </p:spPr>
        <p:txBody>
          <a:bodyPr lIns="91440" tIns="45720" rIns="91440" bIns="45720"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24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C3CEEBDA-7860-91AD-704A-7A540E1E58F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0058400" y="4599432"/>
            <a:ext cx="1362456" cy="740664"/>
          </a:xfrm>
        </p:spPr>
        <p:txBody>
          <a:bodyPr anchor="t"/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14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F918527-798D-3B40-E0EA-38C0AEBA6D7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1648147" y="3018954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1" name="Picture Placeholder 29">
            <a:extLst>
              <a:ext uri="{FF2B5EF4-FFF2-40B4-BE49-F238E27FC236}">
                <a16:creationId xmlns:a16="http://schemas.microsoft.com/office/drawing/2014/main" id="{B0D40292-F2DF-0641-6B78-370AC5C50094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380511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2" name="Picture Placeholder 29">
            <a:extLst>
              <a:ext uri="{FF2B5EF4-FFF2-40B4-BE49-F238E27FC236}">
                <a16:creationId xmlns:a16="http://schemas.microsoft.com/office/drawing/2014/main" id="{503DD6AB-C9B3-EBD7-080A-FB219B3812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5995989" y="3026158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3" name="Picture Placeholder 29">
            <a:extLst>
              <a:ext uri="{FF2B5EF4-FFF2-40B4-BE49-F238E27FC236}">
                <a16:creationId xmlns:a16="http://schemas.microsoft.com/office/drawing/2014/main" id="{E61A9741-3B1C-111D-B260-CF7E7F223F82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146207" y="3011109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34" name="Picture Placeholder 29">
            <a:extLst>
              <a:ext uri="{FF2B5EF4-FFF2-40B4-BE49-F238E27FC236}">
                <a16:creationId xmlns:a16="http://schemas.microsoft.com/office/drawing/2014/main" id="{E49C1AE1-BC78-2CE3-D292-61496AC727DE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0347831" y="3017032"/>
            <a:ext cx="621792" cy="621792"/>
          </a:xfrm>
        </p:spPr>
        <p:txBody>
          <a:bodyPr anchor="ctr"/>
          <a:lstStyle>
            <a:lvl1pPr marL="0" indent="0" algn="ctr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9" name="Text Placeholder 11">
            <a:extLst>
              <a:ext uri="{FF2B5EF4-FFF2-40B4-BE49-F238E27FC236}">
                <a16:creationId xmlns:a16="http://schemas.microsoft.com/office/drawing/2014/main" id="{3B71C9DC-B9E5-6C34-B451-BA2224CCDD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2350008" y="4279392"/>
            <a:ext cx="146304" cy="146304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0596D87F-0114-685D-7F97-873DBA557947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4517136" y="4279392"/>
            <a:ext cx="146304" cy="146304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5D4E3F00-5755-F2EF-97C8-0FE775CAE04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702552" y="4279392"/>
            <a:ext cx="146304" cy="146304"/>
          </a:xfrm>
          <a:prstGeom prst="ellipse">
            <a:avLst/>
          </a:prstGeom>
          <a:solidFill>
            <a:schemeClr val="accent4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29543A01-39BF-D362-26F8-BD1E7D0D3C86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842248" y="4279392"/>
            <a:ext cx="146304" cy="146304"/>
          </a:xfrm>
          <a:prstGeom prst="ellipse">
            <a:avLst/>
          </a:prstGeom>
          <a:solidFill>
            <a:schemeClr val="accent2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BB6B72CD-75B9-D90F-4767-2141AEF3B201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1055096" y="4279392"/>
            <a:ext cx="146304" cy="146304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None/>
              <a:defRPr sz="200" b="0" spc="0" baseline="0">
                <a:noFill/>
                <a:latin typeface="+mj-lt"/>
              </a:defRPr>
            </a:lvl1pPr>
          </a:lstStyle>
          <a:p>
            <a:pPr lvl="0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8319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832104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31740CAD-6CDA-9014-8875-BCECEECE0522}"/>
              </a:ext>
            </a:extLst>
          </p:cNvPr>
          <p:cNvSpPr/>
          <p:nvPr userDrawn="1"/>
        </p:nvSpPr>
        <p:spPr>
          <a:xfrm flipH="1">
            <a:off x="379101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6E536D1-EF07-9062-CA32-986876ED933F}"/>
              </a:ext>
            </a:extLst>
          </p:cNvPr>
          <p:cNvSpPr/>
          <p:nvPr userDrawn="1"/>
        </p:nvSpPr>
        <p:spPr>
          <a:xfrm flipH="1">
            <a:off x="8929767" y="2349814"/>
            <a:ext cx="2058045" cy="205804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D09D35C-DD66-8B6A-98FE-003262BBE72D}"/>
              </a:ext>
            </a:extLst>
          </p:cNvPr>
          <p:cNvSpPr/>
          <p:nvPr userDrawn="1"/>
        </p:nvSpPr>
        <p:spPr>
          <a:xfrm flipH="1">
            <a:off x="6342947" y="2349814"/>
            <a:ext cx="2058045" cy="205804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0E263D2-96A8-9EB3-2175-1DB2FD5CB609}"/>
              </a:ext>
            </a:extLst>
          </p:cNvPr>
          <p:cNvSpPr/>
          <p:nvPr userDrawn="1"/>
        </p:nvSpPr>
        <p:spPr>
          <a:xfrm flipH="1">
            <a:off x="1247942" y="2349814"/>
            <a:ext cx="2058045" cy="205804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042524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42524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62712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62712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096000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096000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24349" y="4508648"/>
            <a:ext cx="2468880" cy="365760"/>
          </a:xfrm>
        </p:spPr>
        <p:txBody>
          <a:bodyPr lIns="0" tIns="0" rIns="0" bIns="0"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 b="1" spc="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24349" y="4879877"/>
            <a:ext cx="2468880" cy="274638"/>
          </a:xfrm>
        </p:spPr>
        <p:txBody>
          <a:bodyPr anchor="t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spc="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399285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94678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49871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085537" y="2505584"/>
            <a:ext cx="1746504" cy="174650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8420111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 x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3CF1AC86-4E83-EED8-9FB5-635710111D45}"/>
              </a:ext>
            </a:extLst>
          </p:cNvPr>
          <p:cNvSpPr/>
          <p:nvPr userDrawn="1"/>
        </p:nvSpPr>
        <p:spPr>
          <a:xfrm flipH="1">
            <a:off x="1704107" y="405552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3E890B-5D84-F4A6-E963-051A1C52577D}"/>
              </a:ext>
            </a:extLst>
          </p:cNvPr>
          <p:cNvSpPr/>
          <p:nvPr userDrawn="1"/>
        </p:nvSpPr>
        <p:spPr>
          <a:xfrm flipH="1">
            <a:off x="4228381" y="1853643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A321B0B-6EF1-E460-8E13-3BBE774FA148}"/>
              </a:ext>
            </a:extLst>
          </p:cNvPr>
          <p:cNvSpPr/>
          <p:nvPr userDrawn="1"/>
        </p:nvSpPr>
        <p:spPr>
          <a:xfrm flipH="1">
            <a:off x="6752655" y="4055275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t="100000" r="100000"/>
            </a:path>
            <a:tileRect l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898AB146-30D1-CD59-5D88-5097CF8561D1}"/>
              </a:ext>
            </a:extLst>
          </p:cNvPr>
          <p:cNvSpPr/>
          <p:nvPr userDrawn="1"/>
        </p:nvSpPr>
        <p:spPr>
          <a:xfrm flipH="1">
            <a:off x="9280950" y="4066155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4FE52614-CC2D-3550-FDBA-9D7D76ED0F72}"/>
              </a:ext>
            </a:extLst>
          </p:cNvPr>
          <p:cNvSpPr/>
          <p:nvPr userDrawn="1"/>
        </p:nvSpPr>
        <p:spPr>
          <a:xfrm flipH="1">
            <a:off x="4228381" y="4056366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b="100000"/>
            </a:path>
            <a:tileRect t="-100000" r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D19BEA3C-B965-CC70-315C-7C531CD7AA4A}"/>
              </a:ext>
            </a:extLst>
          </p:cNvPr>
          <p:cNvSpPr/>
          <p:nvPr userDrawn="1"/>
        </p:nvSpPr>
        <p:spPr>
          <a:xfrm flipH="1">
            <a:off x="9276929" y="1861862"/>
            <a:ext cx="1231495" cy="1231495"/>
          </a:xfrm>
          <a:prstGeom prst="ellipse">
            <a:avLst/>
          </a:prstGeom>
          <a:gradFill flip="none" rotWithShape="1">
            <a:gsLst>
              <a:gs pos="18000">
                <a:schemeClr val="accent3"/>
              </a:gs>
              <a:gs pos="52000">
                <a:schemeClr val="accent5">
                  <a:alpha val="69515"/>
                </a:schemeClr>
              </a:gs>
            </a:gsLst>
            <a:path path="circle">
              <a:fillToRect r="100000" b="100000"/>
            </a:path>
            <a:tileRect l="-100000" t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DBCCE6E9-C40E-A684-457C-F08C974BD59F}"/>
              </a:ext>
            </a:extLst>
          </p:cNvPr>
          <p:cNvSpPr/>
          <p:nvPr userDrawn="1"/>
        </p:nvSpPr>
        <p:spPr>
          <a:xfrm flipH="1">
            <a:off x="6752655" y="1855810"/>
            <a:ext cx="1231495" cy="1231495"/>
          </a:xfrm>
          <a:prstGeom prst="ellipse">
            <a:avLst/>
          </a:prstGeom>
          <a:gradFill flip="none" rotWithShape="1"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E9B5F0D0-ABA3-5B0F-77C9-C5B64A613F84}"/>
              </a:ext>
            </a:extLst>
          </p:cNvPr>
          <p:cNvSpPr/>
          <p:nvPr userDrawn="1"/>
        </p:nvSpPr>
        <p:spPr>
          <a:xfrm flipH="1">
            <a:off x="1692043" y="1846020"/>
            <a:ext cx="1231495" cy="1231495"/>
          </a:xfrm>
          <a:prstGeom prst="ellipse">
            <a:avLst/>
          </a:prstGeom>
          <a:gradFill>
            <a:gsLst>
              <a:gs pos="0">
                <a:schemeClr val="accent1"/>
              </a:gs>
              <a:gs pos="77000">
                <a:schemeClr val="accent6">
                  <a:alpha val="69284"/>
                </a:schemeClr>
              </a:gs>
            </a:gsLst>
            <a:path path="circle">
              <a:fillToRect t="100000" r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4515CD9-7B09-FB25-0368-96365B9DD5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6588" y="338328"/>
            <a:ext cx="8878824" cy="1069848"/>
          </a:xfrm>
        </p:spPr>
        <p:txBody>
          <a:bodyPr anchor="b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DC6BE5A-F1AC-214F-638D-C6C21E51BFB2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>
          <a:xfrm>
            <a:off x="1219200" y="6172200"/>
            <a:ext cx="5283200" cy="4572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B127D4-BE09-1C43-0562-195F20C8A05C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95072" y="6210300"/>
            <a:ext cx="609600" cy="457200"/>
          </a:xfrm>
          <a:prstGeom prst="ellipse">
            <a:avLst/>
          </a:prstGeom>
        </p:spPr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B3517CD-F786-4206-2455-E4C3BD98742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176854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978C389-1D90-6CEB-1D34-D69BF78983F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176854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4" name="Text Placeholder 11">
            <a:extLst>
              <a:ext uri="{FF2B5EF4-FFF2-40B4-BE49-F238E27FC236}">
                <a16:creationId xmlns:a16="http://schemas.microsoft.com/office/drawing/2014/main" id="{12B5D758-2B43-B448-79C9-1F09317F866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701128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5404FC1-F068-1D2B-A3D6-59F44099DD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701128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5F0B1C4A-F0AC-3974-6F79-9CCF799976B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225402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5C12C91B-3BBC-019A-22DF-DF71A287D58E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225402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BB3FD4C7-50B9-E37D-A077-B15D8C6DB9A4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49676" y="3209544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486092F0-1D91-8C7F-EEFE-A7D79FF89C1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749676" y="3447288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8D38BBA9-DB40-81D9-4D13-4351576F9FD3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1782010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2" name="Picture Placeholder 20">
            <a:extLst>
              <a:ext uri="{FF2B5EF4-FFF2-40B4-BE49-F238E27FC236}">
                <a16:creationId xmlns:a16="http://schemas.microsoft.com/office/drawing/2014/main" id="{D4E44748-5631-A2C7-ADA1-FB2707923EE2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318348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3" name="Picture Placeholder 20">
            <a:extLst>
              <a:ext uri="{FF2B5EF4-FFF2-40B4-BE49-F238E27FC236}">
                <a16:creationId xmlns:a16="http://schemas.microsoft.com/office/drawing/2014/main" id="{8A56F66F-909F-8F64-B021-9820EB3F6B67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6842622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4" name="Picture Placeholder 20">
            <a:extLst>
              <a:ext uri="{FF2B5EF4-FFF2-40B4-BE49-F238E27FC236}">
                <a16:creationId xmlns:a16="http://schemas.microsoft.com/office/drawing/2014/main" id="{EB90D275-5951-BAE0-8859-71B60C94608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9366896" y="1935987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29" name="Picture Placeholder 20">
            <a:extLst>
              <a:ext uri="{FF2B5EF4-FFF2-40B4-BE49-F238E27FC236}">
                <a16:creationId xmlns:a16="http://schemas.microsoft.com/office/drawing/2014/main" id="{BA9EB14D-8336-06B5-51E3-FBCAF00F1F25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1794074" y="4145489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0" name="Picture Placeholder 20">
            <a:extLst>
              <a:ext uri="{FF2B5EF4-FFF2-40B4-BE49-F238E27FC236}">
                <a16:creationId xmlns:a16="http://schemas.microsoft.com/office/drawing/2014/main" id="{A1E65D12-1094-78B5-B37A-A03576991D1D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4318348" y="4146333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1" name="Picture Placeholder 20">
            <a:extLst>
              <a:ext uri="{FF2B5EF4-FFF2-40B4-BE49-F238E27FC236}">
                <a16:creationId xmlns:a16="http://schemas.microsoft.com/office/drawing/2014/main" id="{6ABE5CEC-34A4-CD5D-FA0D-D675A87984F5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6842622" y="414524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2" name="Picture Placeholder 20">
            <a:extLst>
              <a:ext uri="{FF2B5EF4-FFF2-40B4-BE49-F238E27FC236}">
                <a16:creationId xmlns:a16="http://schemas.microsoft.com/office/drawing/2014/main" id="{5DA945B5-3444-7CAC-AA4A-55B04D039824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370917" y="4156122"/>
            <a:ext cx="1051560" cy="105156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1100"/>
            </a:lvl1pPr>
          </a:lstStyle>
          <a:p>
            <a:endParaRPr lang="en-US" dirty="0"/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CB0DA5B5-9C84-7B23-EE8E-CEA555CD808E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176854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99C62621-0080-5CDD-E5DD-2FCF2D548CE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1176854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B69DDE47-632B-987E-545E-BAB200D374ED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3701128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6" name="Text Placeholder 11">
            <a:extLst>
              <a:ext uri="{FF2B5EF4-FFF2-40B4-BE49-F238E27FC236}">
                <a16:creationId xmlns:a16="http://schemas.microsoft.com/office/drawing/2014/main" id="{A165DCBF-4EFD-7181-68BA-1625AC1C0D5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701128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7" name="Text Placeholder 11">
            <a:extLst>
              <a:ext uri="{FF2B5EF4-FFF2-40B4-BE49-F238E27FC236}">
                <a16:creationId xmlns:a16="http://schemas.microsoft.com/office/drawing/2014/main" id="{3C7ECA2F-9EC3-26BD-B424-ECE80473DF37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225402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8" name="Text Placeholder 11">
            <a:extLst>
              <a:ext uri="{FF2B5EF4-FFF2-40B4-BE49-F238E27FC236}">
                <a16:creationId xmlns:a16="http://schemas.microsoft.com/office/drawing/2014/main" id="{C9535F99-6134-8D03-FFEE-D1B3E007F2CC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225402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9" name="Text Placeholder 11">
            <a:extLst>
              <a:ext uri="{FF2B5EF4-FFF2-40B4-BE49-F238E27FC236}">
                <a16:creationId xmlns:a16="http://schemas.microsoft.com/office/drawing/2014/main" id="{163BD863-99E7-C7C4-4762-8C168574E9A8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749676" y="5440680"/>
            <a:ext cx="2286000" cy="182880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600" b="1" spc="20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0" name="Text Placeholder 11">
            <a:extLst>
              <a:ext uri="{FF2B5EF4-FFF2-40B4-BE49-F238E27FC236}">
                <a16:creationId xmlns:a16="http://schemas.microsoft.com/office/drawing/2014/main" id="{63678AE5-B810-D5BE-40B5-888AF4473157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49676" y="5678424"/>
            <a:ext cx="2286000" cy="265176"/>
          </a:xfrm>
        </p:spPr>
        <p:txBody>
          <a:bodyPr anchor="ctr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1400" spc="20" baseline="0"/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3458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slide" type="blank" preserve="1">
  <p:cSld name="Blank slide">
    <p:spTree>
      <p:nvGrpSpPr>
        <p:cNvPr id="1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5044825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preserve="1">
  <p:cSld name="Title only">
    <p:spTree>
      <p:nvGrpSpPr>
        <p:cNvPr id="1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2"/>
          <p:cNvSpPr txBox="1">
            <a:spLocks noGrp="1"/>
          </p:cNvSpPr>
          <p:nvPr>
            <p:ph type="title"/>
          </p:nvPr>
        </p:nvSpPr>
        <p:spPr>
          <a:xfrm>
            <a:off x="955600" y="681367"/>
            <a:ext cx="10280800" cy="643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466555285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1905001"/>
            <a:ext cx="100584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4572000"/>
            <a:ext cx="861568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4AF466F-BDA4-4F18-9C7B-FF0A9A1B0E80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  <p:hf hdr="0" dt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D9D02-426E-46C9-9EE9-0DE1EF8B2838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Crypto: investing &amp; trading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Freeform 15">
            <a:extLst>
              <a:ext uri="{FF2B5EF4-FFF2-40B4-BE49-F238E27FC236}">
                <a16:creationId xmlns:a16="http://schemas.microsoft.com/office/drawing/2014/main" id="{079F0D65-9DED-1DC3-6E6D-E4AD5252A007}"/>
              </a:ext>
            </a:extLst>
          </p:cNvPr>
          <p:cNvSpPr/>
          <p:nvPr userDrawn="1"/>
        </p:nvSpPr>
        <p:spPr>
          <a:xfrm rot="16200000" flipV="1">
            <a:off x="6507450" y="1163358"/>
            <a:ext cx="6858000" cy="4531278"/>
          </a:xfrm>
          <a:custGeom>
            <a:avLst/>
            <a:gdLst>
              <a:gd name="connsiteX0" fmla="*/ 6858000 w 6858000"/>
              <a:gd name="connsiteY0" fmla="*/ 3150313 h 3750964"/>
              <a:gd name="connsiteX1" fmla="*/ 6858000 w 6858000"/>
              <a:gd name="connsiteY1" fmla="*/ 0 h 3750964"/>
              <a:gd name="connsiteX2" fmla="*/ 0 w 6858000"/>
              <a:gd name="connsiteY2" fmla="*/ 0 h 3750964"/>
              <a:gd name="connsiteX3" fmla="*/ 0 w 6858000"/>
              <a:gd name="connsiteY3" fmla="*/ 3220894 h 3750964"/>
              <a:gd name="connsiteX4" fmla="*/ 10973 w 6858000"/>
              <a:gd name="connsiteY4" fmla="*/ 3230398 h 3750964"/>
              <a:gd name="connsiteX5" fmla="*/ 1661251 w 6858000"/>
              <a:gd name="connsiteY5" fmla="*/ 3750927 h 3750964"/>
              <a:gd name="connsiteX6" fmla="*/ 4893397 w 6858000"/>
              <a:gd name="connsiteY6" fmla="*/ 2661368 h 3750964"/>
              <a:gd name="connsiteX7" fmla="*/ 6834019 w 6858000"/>
              <a:gd name="connsiteY7" fmla="*/ 3137932 h 3750964"/>
              <a:gd name="connsiteX8" fmla="*/ 6858000 w 6858000"/>
              <a:gd name="connsiteY8" fmla="*/ 3150313 h 37509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0" h="3750964">
                <a:moveTo>
                  <a:pt x="6858000" y="3150313"/>
                </a:moveTo>
                <a:lnTo>
                  <a:pt x="6858000" y="0"/>
                </a:lnTo>
                <a:lnTo>
                  <a:pt x="0" y="0"/>
                </a:lnTo>
                <a:lnTo>
                  <a:pt x="0" y="3220894"/>
                </a:lnTo>
                <a:lnTo>
                  <a:pt x="10973" y="3230398"/>
                </a:lnTo>
                <a:cubicBezTo>
                  <a:pt x="366756" y="3514112"/>
                  <a:pt x="933081" y="3754395"/>
                  <a:pt x="1661251" y="3750927"/>
                </a:cubicBezTo>
                <a:cubicBezTo>
                  <a:pt x="2955776" y="3744762"/>
                  <a:pt x="3514049" y="2682714"/>
                  <a:pt x="4893397" y="2661368"/>
                </a:cubicBezTo>
                <a:cubicBezTo>
                  <a:pt x="5755490" y="2648026"/>
                  <a:pt x="6380835" y="2908605"/>
                  <a:pt x="6834019" y="3137932"/>
                </a:cubicBezTo>
                <a:lnTo>
                  <a:pt x="6858000" y="3150313"/>
                </a:lnTo>
                <a:close/>
              </a:path>
            </a:pathLst>
          </a:custGeom>
          <a:solidFill>
            <a:schemeClr val="accent4">
              <a:alpha val="14239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8" name="Freeform 18">
            <a:extLst>
              <a:ext uri="{FF2B5EF4-FFF2-40B4-BE49-F238E27FC236}">
                <a16:creationId xmlns:a16="http://schemas.microsoft.com/office/drawing/2014/main" id="{9C605622-8F1F-632F-D5C0-1F2E7875EBA1}"/>
              </a:ext>
            </a:extLst>
          </p:cNvPr>
          <p:cNvSpPr/>
          <p:nvPr userDrawn="1"/>
        </p:nvSpPr>
        <p:spPr>
          <a:xfrm rot="5400000">
            <a:off x="6488397" y="1182411"/>
            <a:ext cx="6858000" cy="4493171"/>
          </a:xfrm>
          <a:custGeom>
            <a:avLst/>
            <a:gdLst>
              <a:gd name="connsiteX0" fmla="*/ 0 w 6858000"/>
              <a:gd name="connsiteY0" fmla="*/ 3300688 h 4744323"/>
              <a:gd name="connsiteX1" fmla="*/ 0 w 6858000"/>
              <a:gd name="connsiteY1" fmla="*/ 0 h 4744323"/>
              <a:gd name="connsiteX2" fmla="*/ 6858000 w 6858000"/>
              <a:gd name="connsiteY2" fmla="*/ 0 h 4744323"/>
              <a:gd name="connsiteX3" fmla="*/ 6858000 w 6858000"/>
              <a:gd name="connsiteY3" fmla="*/ 3130282 h 4744323"/>
              <a:gd name="connsiteX4" fmla="*/ 6685009 w 6858000"/>
              <a:gd name="connsiteY4" fmla="*/ 3177721 h 4744323"/>
              <a:gd name="connsiteX5" fmla="*/ 2944852 w 6858000"/>
              <a:gd name="connsiteY5" fmla="*/ 4744264 h 4744323"/>
              <a:gd name="connsiteX6" fmla="*/ 88593 w 6858000"/>
              <a:gd name="connsiteY6" fmla="*/ 3449517 h 4744323"/>
              <a:gd name="connsiteX7" fmla="*/ 0 w 6858000"/>
              <a:gd name="connsiteY7" fmla="*/ 3300688 h 474432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6858000" h="4744323">
                <a:moveTo>
                  <a:pt x="0" y="3300688"/>
                </a:moveTo>
                <a:lnTo>
                  <a:pt x="0" y="0"/>
                </a:lnTo>
                <a:lnTo>
                  <a:pt x="6858000" y="0"/>
                </a:lnTo>
                <a:lnTo>
                  <a:pt x="6858000" y="3130282"/>
                </a:lnTo>
                <a:lnTo>
                  <a:pt x="6685009" y="3177721"/>
                </a:lnTo>
                <a:cubicBezTo>
                  <a:pt x="5333681" y="3615865"/>
                  <a:pt x="4498161" y="4736270"/>
                  <a:pt x="2944852" y="4744264"/>
                </a:cubicBezTo>
                <a:cubicBezTo>
                  <a:pt x="1511029" y="4751644"/>
                  <a:pt x="502120" y="4067469"/>
                  <a:pt x="88593" y="3449517"/>
                </a:cubicBezTo>
                <a:lnTo>
                  <a:pt x="0" y="3300688"/>
                </a:lnTo>
                <a:close/>
              </a:path>
            </a:pathLst>
          </a:custGeom>
          <a:gradFill flip="none" rotWithShape="1">
            <a:gsLst>
              <a:gs pos="4000">
                <a:schemeClr val="accent2">
                  <a:alpha val="23589"/>
                </a:schemeClr>
              </a:gs>
              <a:gs pos="79000">
                <a:schemeClr val="accent5">
                  <a:lumMod val="50000"/>
                  <a:alpha val="52188"/>
                </a:schemeClr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9" name="Freeform 12">
            <a:extLst>
              <a:ext uri="{FF2B5EF4-FFF2-40B4-BE49-F238E27FC236}">
                <a16:creationId xmlns:a16="http://schemas.microsoft.com/office/drawing/2014/main" id="{919AB4B2-2D3A-FCB5-0314-CC465BCC0E5D}"/>
              </a:ext>
            </a:extLst>
          </p:cNvPr>
          <p:cNvSpPr/>
          <p:nvPr userDrawn="1"/>
        </p:nvSpPr>
        <p:spPr>
          <a:xfrm rot="5400000">
            <a:off x="6926379" y="1582290"/>
            <a:ext cx="6858001" cy="3693421"/>
          </a:xfrm>
          <a:custGeom>
            <a:avLst/>
            <a:gdLst>
              <a:gd name="connsiteX0" fmla="*/ 0 w 6858001"/>
              <a:gd name="connsiteY0" fmla="*/ 3437558 h 3693421"/>
              <a:gd name="connsiteX1" fmla="*/ 0 w 6858001"/>
              <a:gd name="connsiteY1" fmla="*/ 0 h 3693421"/>
              <a:gd name="connsiteX2" fmla="*/ 6858001 w 6858001"/>
              <a:gd name="connsiteY2" fmla="*/ 0 h 3693421"/>
              <a:gd name="connsiteX3" fmla="*/ 6858001 w 6858001"/>
              <a:gd name="connsiteY3" fmla="*/ 1982949 h 3693421"/>
              <a:gd name="connsiteX4" fmla="*/ 6594582 w 6858001"/>
              <a:gd name="connsiteY4" fmla="*/ 1960784 h 3693421"/>
              <a:gd name="connsiteX5" fmla="*/ 6223032 w 6858001"/>
              <a:gd name="connsiteY5" fmla="*/ 1954544 h 3693421"/>
              <a:gd name="connsiteX6" fmla="*/ 1449771 w 6858001"/>
              <a:gd name="connsiteY6" fmla="*/ 3693362 h 3693421"/>
              <a:gd name="connsiteX7" fmla="*/ 163899 w 6858001"/>
              <a:gd name="connsiteY7" fmla="*/ 3498289 h 3693421"/>
              <a:gd name="connsiteX8" fmla="*/ 0 w 6858001"/>
              <a:gd name="connsiteY8" fmla="*/ 3437558 h 36934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858001" h="3693421">
                <a:moveTo>
                  <a:pt x="0" y="3437558"/>
                </a:moveTo>
                <a:lnTo>
                  <a:pt x="0" y="0"/>
                </a:lnTo>
                <a:lnTo>
                  <a:pt x="6858001" y="0"/>
                </a:lnTo>
                <a:lnTo>
                  <a:pt x="6858001" y="1982949"/>
                </a:lnTo>
                <a:lnTo>
                  <a:pt x="6594582" y="1960784"/>
                </a:lnTo>
                <a:cubicBezTo>
                  <a:pt x="6474164" y="1954657"/>
                  <a:pt x="6350346" y="1952415"/>
                  <a:pt x="6223032" y="1954544"/>
                </a:cubicBezTo>
                <a:cubicBezTo>
                  <a:pt x="4185999" y="1988612"/>
                  <a:pt x="3361537" y="3683524"/>
                  <a:pt x="1449771" y="3693362"/>
                </a:cubicBezTo>
                <a:cubicBezTo>
                  <a:pt x="971830" y="3695822"/>
                  <a:pt x="541102" y="3621442"/>
                  <a:pt x="163899" y="3498289"/>
                </a:cubicBezTo>
                <a:lnTo>
                  <a:pt x="0" y="3437558"/>
                </a:lnTo>
                <a:close/>
              </a:path>
            </a:pathLst>
          </a:custGeom>
          <a:gradFill>
            <a:gsLst>
              <a:gs pos="84000">
                <a:schemeClr val="accent4">
                  <a:alpha val="20000"/>
                </a:schemeClr>
              </a:gs>
              <a:gs pos="1000">
                <a:schemeClr val="accent6">
                  <a:alpha val="38000"/>
                </a:schemeClr>
              </a:gs>
              <a:gs pos="100000">
                <a:schemeClr val="accent6">
                  <a:alpha val="3349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5" y="5486400"/>
            <a:ext cx="10212916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5" y="3852863"/>
            <a:ext cx="8180916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A9A7CB-BEE6-4F99-898E-913F06E8E125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92800" y="1536192"/>
            <a:ext cx="48768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EE300C-6FC5-4FC3-AF1A-075E4F50620D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92800" y="1535113"/>
            <a:ext cx="48768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92800" y="2174875"/>
            <a:ext cx="48768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0D295D-4A77-4DEB-B04C-9F4282A8BC04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B28685-4D0C-42D5-8013-B5904CD1FCBC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226C0-9885-4BA9-BBFA-A52CBFEBB775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6401" y="5495544"/>
            <a:ext cx="103632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6400" y="6096000"/>
            <a:ext cx="103632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EE1B38-C5EB-4D66-9137-0AFE9CDEDE8F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06400" y="381000"/>
            <a:ext cx="103632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  <p:hf hdr="0" dt="0"/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02336" y="5495278"/>
            <a:ext cx="103632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12776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02336" y="6096000"/>
            <a:ext cx="103632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7B613C-1AD7-49D3-885D-F654C5CDBAA6}" type="datetime1">
              <a:rPr lang="en-US" smtClean="0"/>
              <a:pPr/>
              <a:t>5/8/2026</a:t>
            </a:fld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 dirty="0"/>
          </a:p>
        </p:txBody>
      </p:sp>
    </p:spTree>
  </p:cSld>
  <p:clrMapOvr>
    <a:masterClrMapping/>
  </p:clrMapOvr>
  <p:hf hdr="0" dt="0"/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FB4290-6522-4139-852E-05BD9E7F0D2E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3368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B955F9-81EA-47C5-8059-9E5C2B437C70}" type="datetime1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2D2B3B-882E-40F3-A32F-6DD51691504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theme" Target="../theme/theme1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6.xml"/><Relationship Id="rId1" Type="http://schemas.openxmlformats.org/officeDocument/2006/relationships/slideLayout" Target="../slideLayouts/slideLayout35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4.xml"/><Relationship Id="rId3" Type="http://schemas.openxmlformats.org/officeDocument/2006/relationships/slideLayout" Target="../slideLayouts/slideLayout39.xml"/><Relationship Id="rId7" Type="http://schemas.openxmlformats.org/officeDocument/2006/relationships/slideLayout" Target="../slideLayouts/slideLayout43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8.xml"/><Relationship Id="rId1" Type="http://schemas.openxmlformats.org/officeDocument/2006/relationships/slideLayout" Target="../slideLayouts/slideLayout37.xml"/><Relationship Id="rId6" Type="http://schemas.openxmlformats.org/officeDocument/2006/relationships/slideLayout" Target="../slideLayouts/slideLayout42.xml"/><Relationship Id="rId11" Type="http://schemas.openxmlformats.org/officeDocument/2006/relationships/slideLayout" Target="../slideLayouts/slideLayout47.xml"/><Relationship Id="rId5" Type="http://schemas.openxmlformats.org/officeDocument/2006/relationships/slideLayout" Target="../slideLayouts/slideLayout41.xml"/><Relationship Id="rId10" Type="http://schemas.openxmlformats.org/officeDocument/2006/relationships/slideLayout" Target="../slideLayouts/slideLayout46.xml"/><Relationship Id="rId4" Type="http://schemas.openxmlformats.org/officeDocument/2006/relationships/slideLayout" Target="../slideLayouts/slideLayout40.xml"/><Relationship Id="rId9" Type="http://schemas.openxmlformats.org/officeDocument/2006/relationships/slideLayout" Target="../slideLayouts/slideLayout4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950967" y="593367"/>
            <a:ext cx="102900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Figtree Black"/>
              <a:buNone/>
              <a:defRPr sz="28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Figtree Black"/>
              <a:buNone/>
              <a:defRPr sz="3000">
                <a:solidFill>
                  <a:schemeClr val="dk1"/>
                </a:solidFill>
                <a:latin typeface="Figtree Black"/>
                <a:ea typeface="Figtree Black"/>
                <a:cs typeface="Figtree Black"/>
                <a:sym typeface="Figtree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951200" y="1536633"/>
            <a:ext cx="102900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●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○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Hanken Grotesk"/>
              <a:buChar char="■"/>
              <a:defRPr>
                <a:solidFill>
                  <a:schemeClr val="dk1"/>
                </a:solidFill>
                <a:latin typeface="Hanken Grotesk"/>
                <a:ea typeface="Hanken Grotesk"/>
                <a:cs typeface="Hanken Grotesk"/>
                <a:sym typeface="Hanken Grotesk"/>
              </a:defRPr>
            </a:lvl9pPr>
          </a:lstStyle>
          <a:p>
            <a:endParaRPr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F40CBBC-FE9B-F258-4E5F-7AFCE07DFFFB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2404910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  <p:sldLayoutId id="2147483712" r:id="rId17"/>
    <p:sldLayoutId id="2147483713" r:id="rId18"/>
    <p:sldLayoutId id="2147483714" r:id="rId19"/>
    <p:sldLayoutId id="2147483715" r:id="rId20"/>
    <p:sldLayoutId id="2147483716" r:id="rId21"/>
    <p:sldLayoutId id="2147483717" r:id="rId22"/>
    <p:sldLayoutId id="2147483718" r:id="rId23"/>
    <p:sldLayoutId id="2147483719" r:id="rId24"/>
    <p:sldLayoutId id="2147483720" r:id="rId25"/>
    <p:sldLayoutId id="2147483721" r:id="rId26"/>
    <p:sldLayoutId id="2147483722" r:id="rId27"/>
    <p:sldLayoutId id="2147483723" r:id="rId28"/>
    <p:sldLayoutId id="2147483724" r:id="rId29"/>
    <p:sldLayoutId id="2147483725" r:id="rId30"/>
    <p:sldLayoutId id="2147483670" r:id="rId31"/>
    <p:sldLayoutId id="2147483669" r:id="rId32"/>
    <p:sldLayoutId id="2147483666" r:id="rId33"/>
    <p:sldLayoutId id="2147483667" r:id="rId34"/>
  </p:sldLayoutIdLst>
  <p:hf hd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0E2A47"/>
        </a:solidFill>
        <a:effectLst/>
      </p:bgPr>
    </p:bg>
    <p:spTree>
      <p:nvGrpSpPr>
        <p:cNvPr id="1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30"/>
          <p:cNvSpPr txBox="1">
            <a:spLocks noGrp="1"/>
          </p:cNvSpPr>
          <p:nvPr>
            <p:ph type="title"/>
          </p:nvPr>
        </p:nvSpPr>
        <p:spPr>
          <a:xfrm>
            <a:off x="1424133" y="1244600"/>
            <a:ext cx="9396400" cy="64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None/>
              <a:defRPr sz="24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281" name="Google Shape;281;p30"/>
          <p:cNvSpPr txBox="1">
            <a:spLocks noGrp="1"/>
          </p:cNvSpPr>
          <p:nvPr>
            <p:ph type="body" idx="1"/>
          </p:nvPr>
        </p:nvSpPr>
        <p:spPr>
          <a:xfrm>
            <a:off x="1424133" y="2260600"/>
            <a:ext cx="9396400" cy="333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marL="914400" lvl="1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marL="1371600" lvl="2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marL="1828800" lvl="3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marL="2286000" lvl="4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marL="2743200" lvl="5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marL="3200400" lvl="6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●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marL="3657600" lvl="7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○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marL="4114800" lvl="8" indent="-29845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5D74"/>
              </a:buClr>
              <a:buSzPts val="1100"/>
              <a:buFont typeface="Proxima Nova"/>
              <a:buChar char="■"/>
              <a:defRPr sz="1100">
                <a:solidFill>
                  <a:srgbClr val="435D74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634085319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727" r:id="rId1"/>
    <p:sldLayoutId id="2147483728" r:id="rId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867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16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16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11277600" y="0"/>
            <a:ext cx="9144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11277600" y="5486400"/>
            <a:ext cx="9144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1375717" y="5648960"/>
            <a:ext cx="73152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6E2D2B3B-882E-40F3-A32F-6DD516915044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10510428" y="3987800"/>
            <a:ext cx="2367281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10474869" y="1584960"/>
            <a:ext cx="2438399" cy="48768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327B613C-1AD7-49D3-885D-F654C5CDBAA6}" type="datetime1">
              <a:rPr lang="en-US" smtClean="0"/>
              <a:pPr/>
              <a:t>5/8/2026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F40CBBC-FE9B-F258-4E5F-7AFCE07DFFFB}"/>
              </a:ext>
            </a:extLst>
          </p:cNvPr>
          <p:cNvCxnSpPr>
            <a:cxnSpLocks/>
          </p:cNvCxnSpPr>
          <p:nvPr userDrawn="1"/>
        </p:nvCxnSpPr>
        <p:spPr>
          <a:xfrm>
            <a:off x="594170" y="846661"/>
            <a:ext cx="0" cy="5111012"/>
          </a:xfrm>
          <a:prstGeom prst="line">
            <a:avLst/>
          </a:prstGeom>
          <a:ln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28" r:id="rId1"/>
    <p:sldLayoutId id="2147483829" r:id="rId2"/>
    <p:sldLayoutId id="2147483830" r:id="rId3"/>
    <p:sldLayoutId id="2147483831" r:id="rId4"/>
    <p:sldLayoutId id="2147483832" r:id="rId5"/>
    <p:sldLayoutId id="2147483833" r:id="rId6"/>
    <p:sldLayoutId id="2147483834" r:id="rId7"/>
    <p:sldLayoutId id="2147483835" r:id="rId8"/>
    <p:sldLayoutId id="2147483836" r:id="rId9"/>
    <p:sldLayoutId id="2147483837" r:id="rId10"/>
    <p:sldLayoutId id="2147483838" r:id="rId11"/>
  </p:sldLayoutIdLst>
  <p:hf hdr="0" dt="0"/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38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8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8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8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870DB4-0446-EF22-E8E0-3A5B83923A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6078" y="322704"/>
            <a:ext cx="9918700" cy="2215875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tx1"/>
                </a:solidFill>
              </a:rPr>
              <a:t>AI-Based Wild Animal Detection and Deterrent System</a:t>
            </a:r>
            <a:endParaRPr lang="en-US" sz="4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941B5A20-FADC-E0F9-649C-A080B3284B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40148" y="5352149"/>
            <a:ext cx="4075910" cy="758952"/>
          </a:xfrm>
        </p:spPr>
        <p:txBody>
          <a:bodyPr>
            <a:normAutofit lnSpcReduction="10000"/>
          </a:bodyPr>
          <a:lstStyle/>
          <a:p>
            <a:r>
              <a:rPr lang="en-IN" dirty="0">
                <a:solidFill>
                  <a:schemeClr val="tx1"/>
                </a:solidFill>
              </a:rPr>
              <a:t>Sivabalan R  23BEC120</a:t>
            </a:r>
          </a:p>
          <a:p>
            <a:r>
              <a:rPr lang="en-IN" dirty="0">
                <a:solidFill>
                  <a:schemeClr val="tx1"/>
                </a:solidFill>
              </a:rPr>
              <a:t>Abinesh M A 23BEC093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B5196F0-CD64-4EBA-1999-A7AF48E64342}"/>
              </a:ext>
            </a:extLst>
          </p:cNvPr>
          <p:cNvSpPr txBox="1"/>
          <p:nvPr/>
        </p:nvSpPr>
        <p:spPr>
          <a:xfrm>
            <a:off x="940493" y="4472740"/>
            <a:ext cx="315883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9A5712D-4FD2-7AB2-A80F-31CCCCBE666E}"/>
              </a:ext>
            </a:extLst>
          </p:cNvPr>
          <p:cNvSpPr txBox="1"/>
          <p:nvPr/>
        </p:nvSpPr>
        <p:spPr>
          <a:xfrm>
            <a:off x="940493" y="5169177"/>
            <a:ext cx="40079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R. Varun Prakash BE, ME, (PhD)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45291F1-1A7E-A68C-07CA-C591248D60A8}"/>
              </a:ext>
            </a:extLst>
          </p:cNvPr>
          <p:cNvSpPr txBox="1"/>
          <p:nvPr/>
        </p:nvSpPr>
        <p:spPr>
          <a:xfrm>
            <a:off x="8689582" y="4885821"/>
            <a:ext cx="236551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BY: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D57E5CC2-8E49-919C-5EA0-2BC11B8350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34911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609600" y="338328"/>
            <a:ext cx="3906416" cy="706701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chemeClr val="tx1"/>
                </a:solidFill>
              </a:rPr>
              <a:t>Problem Description: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991770" y="1208308"/>
            <a:ext cx="9502133" cy="4935894"/>
          </a:xfrm>
        </p:spPr>
        <p:txBody>
          <a:bodyPr>
            <a:normAutofit/>
          </a:bodyPr>
          <a:lstStyle/>
          <a:p>
            <a:pPr algn="just">
              <a:lnSpc>
                <a:spcPct val="200000"/>
              </a:lnSpc>
            </a:pPr>
            <a:r>
              <a:rPr lang="en-US" sz="2000" dirty="0"/>
              <a:t>Animal intrusion is a major issue in agricultural and residential areas </a:t>
            </a:r>
          </a:p>
          <a:p>
            <a:pPr algn="just">
              <a:lnSpc>
                <a:spcPct val="200000"/>
              </a:lnSpc>
            </a:pPr>
            <a:r>
              <a:rPr lang="en-IN" sz="2000" dirty="0"/>
              <a:t>Wild boars cause severe crop damage in rural areas</a:t>
            </a:r>
            <a:r>
              <a:rPr lang="en-US" sz="2000" dirty="0"/>
              <a:t> </a:t>
            </a:r>
          </a:p>
          <a:p>
            <a:pPr algn="just">
              <a:lnSpc>
                <a:spcPct val="200000"/>
              </a:lnSpc>
            </a:pPr>
            <a:r>
              <a:rPr lang="en-US" sz="2000" dirty="0"/>
              <a:t>Traditional methods like fencing and manual </a:t>
            </a:r>
            <a:r>
              <a:rPr lang="en-IN" sz="2000" dirty="0"/>
              <a:t>guarding</a:t>
            </a:r>
            <a:r>
              <a:rPr lang="en-US" sz="2000" dirty="0"/>
              <a:t> is inefficient </a:t>
            </a:r>
            <a:r>
              <a:rPr lang="en-IN" sz="2000" dirty="0"/>
              <a:t>and risky</a:t>
            </a:r>
            <a:r>
              <a:rPr lang="en-US" sz="2000" dirty="0"/>
              <a:t> </a:t>
            </a:r>
          </a:p>
          <a:p>
            <a:pPr algn="just">
              <a:lnSpc>
                <a:spcPct val="200000"/>
              </a:lnSpc>
            </a:pPr>
            <a:r>
              <a:rPr lang="en-IN" sz="2000" dirty="0"/>
              <a:t>Existing deterrents are not adaptive or intelligent</a:t>
            </a:r>
            <a:r>
              <a:rPr lang="en-US" sz="2000" dirty="0"/>
              <a:t> </a:t>
            </a:r>
          </a:p>
          <a:p>
            <a:pPr algn="just">
              <a:lnSpc>
                <a:spcPct val="200000"/>
              </a:lnSpc>
            </a:pPr>
            <a:r>
              <a:rPr lang="en-US" sz="2000" dirty="0"/>
              <a:t>Need for an </a:t>
            </a:r>
            <a:r>
              <a:rPr lang="en-US" sz="2000" b="1" dirty="0"/>
              <a:t>intelligent, automated, and reliable monitoring system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94AD4BA-74AF-679F-6B0F-E26D167C2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95293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590939" y="347658"/>
            <a:ext cx="2917371" cy="1173232"/>
          </a:xfrm>
        </p:spPr>
        <p:txBody>
          <a:bodyPr>
            <a:normAutofit/>
          </a:bodyPr>
          <a:lstStyle/>
          <a:p>
            <a:r>
              <a:rPr lang="en-IN" sz="3500" dirty="0">
                <a:solidFill>
                  <a:schemeClr val="tx1"/>
                </a:solidFill>
              </a:rPr>
              <a:t>Objective: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1069458" y="1462481"/>
            <a:ext cx="9877777" cy="4462451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US" sz="2000" dirty="0"/>
              <a:t>Develop a </a:t>
            </a:r>
            <a:r>
              <a:rPr lang="en-US" sz="2000" b="1" dirty="0"/>
              <a:t>vision-based AI system</a:t>
            </a:r>
            <a:r>
              <a:rPr lang="en-US" sz="2000" dirty="0"/>
              <a:t> for animal intrusion detection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Use computer vision for real-time monitoring </a:t>
            </a:r>
          </a:p>
          <a:p>
            <a:pPr>
              <a:lnSpc>
                <a:spcPct val="200000"/>
              </a:lnSpc>
            </a:pPr>
            <a:r>
              <a:rPr lang="en-US" sz="2000" dirty="0"/>
              <a:t>Provide instant alerts to users 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Trigger automated deterrent system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Build low-cost prototype solution</a:t>
            </a: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322EE2DA-970E-BB6C-73DE-ED1B125893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7547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3906416" cy="555786"/>
          </a:xfrm>
        </p:spPr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Proposed Solution:</a:t>
            </a:r>
            <a:endParaRPr lang="en-IN" sz="3200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76150" y="821092"/>
            <a:ext cx="10160000" cy="5523722"/>
          </a:xfrm>
        </p:spPr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en-IN" sz="2000" dirty="0"/>
              <a:t>Use </a:t>
            </a:r>
            <a:r>
              <a:rPr lang="en-IN" sz="2000" b="1" dirty="0"/>
              <a:t>YOLO model</a:t>
            </a:r>
            <a:r>
              <a:rPr lang="en-IN" sz="2000" dirty="0"/>
              <a:t> for real-time detection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ESP32-CAM for live video capture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Flask GUI for monitoring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ESP32-WROOM for hardware control 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Adaptive sound-based deterrent system</a:t>
            </a:r>
          </a:p>
          <a:p>
            <a:pPr>
              <a:lnSpc>
                <a:spcPct val="200000"/>
              </a:lnSpc>
            </a:pPr>
            <a:r>
              <a:rPr lang="en-IN" sz="2000" dirty="0"/>
              <a:t>If animal is detected: </a:t>
            </a:r>
          </a:p>
          <a:p>
            <a:pPr marL="868680" lvl="1" indent="-457200">
              <a:lnSpc>
                <a:spcPct val="2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sz="1800" dirty="0"/>
              <a:t>Send alert notification to user </a:t>
            </a:r>
          </a:p>
          <a:p>
            <a:pPr marL="868680" lvl="1" indent="-457200">
              <a:lnSpc>
                <a:spcPct val="200000"/>
              </a:lnSpc>
              <a:buClr>
                <a:schemeClr val="tx1"/>
              </a:buClr>
              <a:buFont typeface="+mj-lt"/>
              <a:buAutoNum type="arabicPeriod"/>
            </a:pPr>
            <a:r>
              <a:rPr lang="en-IN" sz="1800" dirty="0"/>
              <a:t>Activate sound system to scare animals</a:t>
            </a: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5FD566DE-D4E5-AAEA-1F61-9E5F668EB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1834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609600" y="274638"/>
            <a:ext cx="4671527" cy="667754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Software Requirements: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8" name="Content Placeholder 7"/>
          <p:cNvSpPr>
            <a:spLocks noGrp="1"/>
          </p:cNvSpPr>
          <p:nvPr>
            <p:ph idx="1"/>
          </p:nvPr>
        </p:nvSpPr>
        <p:spPr>
          <a:xfrm>
            <a:off x="1066819" y="1040359"/>
            <a:ext cx="10160000" cy="48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Python (Flask)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YOLO (</a:t>
            </a:r>
            <a:r>
              <a:rPr lang="en-IN" sz="2000" dirty="0" err="1"/>
              <a:t>Ultralytics</a:t>
            </a:r>
            <a:r>
              <a:rPr lang="en-IN" sz="2000" dirty="0"/>
              <a:t>)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Arduino IDE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Serial Communication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Gmail SMTP (email alert)</a:t>
            </a:r>
            <a:endParaRPr lang="en-IN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" name="Slide Number Placeholder 4">
            <a:extLst>
              <a:ext uri="{FF2B5EF4-FFF2-40B4-BE49-F238E27FC236}">
                <a16:creationId xmlns:a16="http://schemas.microsoft.com/office/drawing/2014/main" id="{26CB428E-5BB3-75AF-AD4A-B3244D0318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8845809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F4207-52CE-681E-A244-05956ADB0D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</a:rPr>
              <a:t>HARDWARE COMPONENTS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F63C9C3-B737-E6FE-ECA4-79F5754872F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59039451"/>
              </p:ext>
            </p:extLst>
          </p:nvPr>
        </p:nvGraphicFramePr>
        <p:xfrm>
          <a:off x="609600" y="1950719"/>
          <a:ext cx="10160000" cy="219456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5080000">
                  <a:extLst>
                    <a:ext uri="{9D8B030D-6E8A-4147-A177-3AD203B41FA5}">
                      <a16:colId xmlns:a16="http://schemas.microsoft.com/office/drawing/2014/main" val="1858969517"/>
                    </a:ext>
                  </a:extLst>
                </a:gridCol>
                <a:gridCol w="5080000">
                  <a:extLst>
                    <a:ext uri="{9D8B030D-6E8A-4147-A177-3AD203B41FA5}">
                      <a16:colId xmlns:a16="http://schemas.microsoft.com/office/drawing/2014/main" val="379722651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i="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Component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800" b="1" i="0" kern="1200" dirty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794832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ESP32-CAM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Video capture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443138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ESP32-WROOM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Hardware control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888385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Piezo buzzer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Deterrent sound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1156992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LED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Detection indication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192955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Laptop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AI processing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80834909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A4C9AAB-7C95-92B0-CF2F-2D21B29726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20808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4860758" cy="751729"/>
          </a:xfrm>
        </p:spPr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</a:rPr>
              <a:t>System Architecture:</a:t>
            </a:r>
          </a:p>
        </p:txBody>
      </p:sp>
      <p:pic>
        <p:nvPicPr>
          <p:cNvPr id="3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3204" y="1299287"/>
            <a:ext cx="9539733" cy="41311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72CFC4-BEFE-E67D-36E2-DDD48A28C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98006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945ABE-D458-F3C9-EC38-3FDA96870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</a:rPr>
              <a:t>WHY YOLO?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1F51E4-5AEA-D9D0-17BF-1B78C74BEF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Real-time detection </a:t>
            </a:r>
          </a:p>
          <a:p>
            <a:r>
              <a:rPr lang="en-IN" dirty="0"/>
              <a:t>Faster than traditional CNN methods </a:t>
            </a:r>
          </a:p>
          <a:p>
            <a:r>
              <a:rPr lang="en-IN" dirty="0"/>
              <a:t>High accuracy </a:t>
            </a:r>
          </a:p>
          <a:p>
            <a:r>
              <a:rPr lang="en-IN" dirty="0"/>
              <a:t>Single-pass detection </a:t>
            </a:r>
          </a:p>
          <a:p>
            <a:r>
              <a:rPr lang="en-IN" dirty="0"/>
              <a:t>Lightweight enough for live video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30ECB5-675E-4BEC-5614-90E463C283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728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7AAF36-E192-5508-8C62-877C9ABB3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</a:rPr>
              <a:t>YOLO Architecture</a:t>
            </a:r>
          </a:p>
        </p:txBody>
      </p:sp>
      <p:pic>
        <p:nvPicPr>
          <p:cNvPr id="6" name="Content Placeholder 5" descr="YOLOv8 Architecture: A Detailed Overview | by Vindya Lenawala | Medium">
            <a:extLst>
              <a:ext uri="{FF2B5EF4-FFF2-40B4-BE49-F238E27FC236}">
                <a16:creationId xmlns:a16="http://schemas.microsoft.com/office/drawing/2014/main" id="{3C08E656-82DB-181A-E479-C0C57863708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991139" y="2225580"/>
            <a:ext cx="5135218" cy="3221063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41970208-3203-E323-FFD4-58B484DE04D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75" y="1411357"/>
            <a:ext cx="9443686" cy="4365359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9263DF-D86B-7A70-2600-D3D426B9A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25178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14D5A3-8620-DC46-6069-7F03716C5E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040752-A2F4-2CA0-E169-06BF1FAEDF9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14037" y="970589"/>
            <a:ext cx="9085550" cy="5074611"/>
          </a:xfrm>
          <a:prstGeom prst="rect">
            <a:avLst/>
          </a:prstGeom>
        </p:spPr>
      </p:pic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A24205E1-B253-501E-83F0-93E77051CB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178024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4419600" cy="910350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How model Works ?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247029"/>
            <a:ext cx="10160000" cy="48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Camera captures live video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YOLO model detects pig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GUI displays detection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Signal sent to ESP32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Deterrent system activated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Email alert sent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2CA3D927-1317-FBA0-C4AB-915CCB6C8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9092551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259619-D709-F1F4-15A7-BE5C91552E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</a:rPr>
              <a:t>Dataset &amp; Training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A27C65-741A-4820-6E91-C3D64F9C1B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Dataset contains wild boar/pig images ~1800</a:t>
            </a:r>
          </a:p>
          <a:p>
            <a:r>
              <a:rPr lang="en-IN" dirty="0"/>
              <a:t>Images collected from online datasets and custom sources </a:t>
            </a:r>
          </a:p>
          <a:p>
            <a:r>
              <a:rPr lang="en-IN" dirty="0"/>
              <a:t>Trained using YOLOv8 model </a:t>
            </a:r>
          </a:p>
          <a:p>
            <a:r>
              <a:rPr lang="en-IN" dirty="0"/>
              <a:t>Training performed using Google </a:t>
            </a:r>
            <a:r>
              <a:rPr lang="en-IN" dirty="0" err="1"/>
              <a:t>Colab</a:t>
            </a:r>
            <a:r>
              <a:rPr lang="en-IN" dirty="0"/>
              <a:t> </a:t>
            </a:r>
          </a:p>
          <a:p>
            <a:r>
              <a:rPr lang="en-IN" dirty="0"/>
              <a:t>Model optimized for real-time detection</a:t>
            </a:r>
          </a:p>
          <a:p>
            <a:r>
              <a:rPr lang="en-IN" dirty="0"/>
              <a:t>Epochs ~ 50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CF7F4F-626C-3F42-39CD-CB313B104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52965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14A95-5FC3-E922-4315-25FD63A083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</a:rPr>
              <a:t>MODEL PERFORMANCE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EDB00744-6777-6FC6-4159-11A24046224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47812068"/>
              </p:ext>
            </p:extLst>
          </p:nvPr>
        </p:nvGraphicFramePr>
        <p:xfrm>
          <a:off x="689113" y="1965960"/>
          <a:ext cx="6924262" cy="146304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3465444">
                  <a:extLst>
                    <a:ext uri="{9D8B030D-6E8A-4147-A177-3AD203B41FA5}">
                      <a16:colId xmlns:a16="http://schemas.microsoft.com/office/drawing/2014/main" val="1793686476"/>
                    </a:ext>
                  </a:extLst>
                </a:gridCol>
                <a:gridCol w="3458818">
                  <a:extLst>
                    <a:ext uri="{9D8B030D-6E8A-4147-A177-3AD203B41FA5}">
                      <a16:colId xmlns:a16="http://schemas.microsoft.com/office/drawing/2014/main" val="71217611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i="0" dirty="0"/>
                        <a:t>Metric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b="1" dirty="0"/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982661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Precision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0.85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6362602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Recall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0.83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580895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mAP50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dirty="0"/>
                        <a:t>0.89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3603693"/>
                  </a:ext>
                </a:extLst>
              </a:tr>
            </a:tbl>
          </a:graphicData>
        </a:graphic>
      </p:graphicFrame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04969-1F9F-56EC-8E3A-0DBED5292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13</a:t>
            </a:fld>
            <a:endParaRPr lang="en-US" dirty="0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66D1568-A65D-F8CA-633C-147A5910D0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4757162"/>
              </p:ext>
            </p:extLst>
          </p:nvPr>
        </p:nvGraphicFramePr>
        <p:xfrm>
          <a:off x="1000691" y="3977322"/>
          <a:ext cx="8204801" cy="169532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028740">
                  <a:extLst>
                    <a:ext uri="{9D8B030D-6E8A-4147-A177-3AD203B41FA5}">
                      <a16:colId xmlns:a16="http://schemas.microsoft.com/office/drawing/2014/main" val="2127164892"/>
                    </a:ext>
                  </a:extLst>
                </a:gridCol>
                <a:gridCol w="2407778">
                  <a:extLst>
                    <a:ext uri="{9D8B030D-6E8A-4147-A177-3AD203B41FA5}">
                      <a16:colId xmlns:a16="http://schemas.microsoft.com/office/drawing/2014/main" val="1181509220"/>
                    </a:ext>
                  </a:extLst>
                </a:gridCol>
                <a:gridCol w="2768283">
                  <a:extLst>
                    <a:ext uri="{9D8B030D-6E8A-4147-A177-3AD203B41FA5}">
                      <a16:colId xmlns:a16="http://schemas.microsoft.com/office/drawing/2014/main" val="4090304467"/>
                    </a:ext>
                  </a:extLst>
                </a:gridCol>
              </a:tblGrid>
              <a:tr h="676279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sz="130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299" marR="89299" marT="0" marB="0"/>
                </a:tc>
                <a:tc>
                  <a:txBody>
                    <a:bodyPr/>
                    <a:lstStyle/>
                    <a:p>
                      <a:pPr marL="457200" marR="628015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IN" sz="1600" kern="0">
                          <a:effectLst/>
                        </a:rPr>
                        <a:t>Predicted Animal</a:t>
                      </a:r>
                      <a:endParaRPr lang="en-IN" sz="1300" b="1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299" marR="89299" marT="0" marB="0"/>
                </a:tc>
                <a:tc>
                  <a:txBody>
                    <a:bodyPr/>
                    <a:lstStyle/>
                    <a:p>
                      <a:pPr marL="457200" marR="628015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IN" sz="1600" kern="0">
                          <a:effectLst/>
                        </a:rPr>
                        <a:t>Predicted Non-Animal</a:t>
                      </a:r>
                      <a:endParaRPr lang="en-IN" sz="1300" b="1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299" marR="89299" marT="0" marB="0"/>
                </a:tc>
                <a:extLst>
                  <a:ext uri="{0D108BD9-81ED-4DB2-BD59-A6C34878D82A}">
                    <a16:rowId xmlns:a16="http://schemas.microsoft.com/office/drawing/2014/main" val="1117703033"/>
                  </a:ext>
                </a:extLst>
              </a:tr>
              <a:tr h="319081">
                <a:tc>
                  <a:txBody>
                    <a:bodyPr/>
                    <a:lstStyle/>
                    <a:p>
                      <a:pPr marL="457200" marR="628015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IN" sz="1600" kern="0">
                          <a:effectLst/>
                        </a:rPr>
                        <a:t>Actual Animal</a:t>
                      </a:r>
                      <a:endParaRPr lang="en-IN" sz="1300" b="1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299" marR="89299" marT="0" marB="0"/>
                </a:tc>
                <a:tc>
                  <a:txBody>
                    <a:bodyPr/>
                    <a:lstStyle/>
                    <a:p>
                      <a:pPr marL="457200" marR="628015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IN" sz="1600" kern="0">
                          <a:effectLst/>
                        </a:rPr>
                        <a:t>90 (TP)</a:t>
                      </a:r>
                      <a:endParaRPr lang="en-IN" sz="1300" b="1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299" marR="89299" marT="0" marB="0"/>
                </a:tc>
                <a:tc>
                  <a:txBody>
                    <a:bodyPr/>
                    <a:lstStyle/>
                    <a:p>
                      <a:pPr marL="457200" marR="628015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IN" sz="1600" kern="0">
                          <a:effectLst/>
                        </a:rPr>
                        <a:t>10 (FN)</a:t>
                      </a:r>
                      <a:endParaRPr lang="en-IN" sz="1300" b="1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299" marR="89299" marT="0" marB="0"/>
                </a:tc>
                <a:extLst>
                  <a:ext uri="{0D108BD9-81ED-4DB2-BD59-A6C34878D82A}">
                    <a16:rowId xmlns:a16="http://schemas.microsoft.com/office/drawing/2014/main" val="1155547744"/>
                  </a:ext>
                </a:extLst>
              </a:tr>
              <a:tr h="676279">
                <a:tc>
                  <a:txBody>
                    <a:bodyPr/>
                    <a:lstStyle/>
                    <a:p>
                      <a:pPr marL="457200" marR="628015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IN" sz="1600" kern="0">
                          <a:effectLst/>
                        </a:rPr>
                        <a:t>Actual Non-Animal</a:t>
                      </a:r>
                      <a:endParaRPr lang="en-IN" sz="1300" b="1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299" marR="89299" marT="0" marB="0"/>
                </a:tc>
                <a:tc>
                  <a:txBody>
                    <a:bodyPr/>
                    <a:lstStyle/>
                    <a:p>
                      <a:pPr marL="457200" marR="628015" algn="ctr">
                        <a:lnSpc>
                          <a:spcPct val="15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IN" sz="1600" kern="0">
                          <a:effectLst/>
                        </a:rPr>
                        <a:t>12 (FP)</a:t>
                      </a:r>
                      <a:endParaRPr lang="en-IN" sz="1300" b="1" ker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299" marR="89299" marT="0" marB="0"/>
                </a:tc>
                <a:tc>
                  <a:txBody>
                    <a:bodyPr/>
                    <a:lstStyle/>
                    <a:p>
                      <a:pPr marL="457200" marR="628015" algn="just">
                        <a:lnSpc>
                          <a:spcPct val="150000"/>
                        </a:lnSpc>
                        <a:spcBef>
                          <a:spcPts val="600"/>
                        </a:spcBef>
                        <a:buNone/>
                      </a:pPr>
                      <a:r>
                        <a:rPr lang="en-IN" sz="1600" kern="0" dirty="0">
                          <a:effectLst/>
                        </a:rPr>
                        <a:t>68 (TN)</a:t>
                      </a:r>
                      <a:endParaRPr lang="en-IN" sz="1300" b="1" kern="0" dirty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marL="89299" marR="89299" marT="0" marB="0"/>
                </a:tc>
                <a:extLst>
                  <a:ext uri="{0D108BD9-81ED-4DB2-BD59-A6C34878D82A}">
                    <a16:rowId xmlns:a16="http://schemas.microsoft.com/office/drawing/2014/main" val="181593348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8216741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80AC4A-7AF3-5D75-24F7-A870E16950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8AE6E0-6F34-6F37-71FB-21F63307F9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F6FA27B-6ED2-E5F0-3F59-AB045DF33B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14</a:t>
            </a:fld>
            <a:endParaRPr lang="en-US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8A9A481-C4DE-391E-71D6-CCC6BF044B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3192" y="846138"/>
            <a:ext cx="7050157" cy="52876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64519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283322-E248-6BB2-BD86-D7789A6ECC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</a:rPr>
              <a:t>Implementation / GUI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FB654B-9B77-A566-EBEC-6D596D32E9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solidFill>
                  <a:srgbClr val="140E12"/>
                </a:solidFill>
              </a:rPr>
              <a:t>Supports: </a:t>
            </a:r>
          </a:p>
          <a:p>
            <a:pPr lvl="1"/>
            <a:r>
              <a:rPr lang="en-US" dirty="0">
                <a:solidFill>
                  <a:srgbClr val="140E12"/>
                </a:solidFill>
              </a:rPr>
              <a:t>Image input </a:t>
            </a:r>
          </a:p>
          <a:p>
            <a:pPr lvl="1"/>
            <a:r>
              <a:rPr lang="en-US" dirty="0">
                <a:solidFill>
                  <a:srgbClr val="140E12"/>
                </a:solidFill>
              </a:rPr>
              <a:t>Video input </a:t>
            </a:r>
          </a:p>
          <a:p>
            <a:pPr lvl="1"/>
            <a:r>
              <a:rPr lang="en-US" dirty="0">
                <a:solidFill>
                  <a:srgbClr val="140E12"/>
                </a:solidFill>
              </a:rPr>
              <a:t>Live webcam </a:t>
            </a:r>
          </a:p>
          <a:p>
            <a:r>
              <a:rPr lang="en-US" dirty="0">
                <a:solidFill>
                  <a:srgbClr val="140E12"/>
                </a:solidFill>
              </a:rPr>
              <a:t>Displays: </a:t>
            </a:r>
          </a:p>
          <a:p>
            <a:pPr lvl="1"/>
            <a:r>
              <a:rPr lang="en-US" dirty="0">
                <a:solidFill>
                  <a:srgbClr val="140E12"/>
                </a:solidFill>
              </a:rPr>
              <a:t>Detection status </a:t>
            </a:r>
          </a:p>
          <a:p>
            <a:pPr lvl="1"/>
            <a:r>
              <a:rPr lang="en-US" dirty="0">
                <a:solidFill>
                  <a:srgbClr val="140E12"/>
                </a:solidFill>
              </a:rPr>
              <a:t>Confidence level </a:t>
            </a:r>
          </a:p>
          <a:p>
            <a:pPr lvl="1"/>
            <a:r>
              <a:rPr lang="en-US" dirty="0">
                <a:solidFill>
                  <a:srgbClr val="140E12"/>
                </a:solidFill>
              </a:rPr>
              <a:t>Bounding box output </a:t>
            </a:r>
          </a:p>
          <a:p>
            <a:r>
              <a:rPr lang="en-US" dirty="0">
                <a:solidFill>
                  <a:srgbClr val="140E12"/>
                </a:solidFill>
              </a:rPr>
              <a:t>Option to save detected </a:t>
            </a:r>
          </a:p>
          <a:p>
            <a:pPr marL="114300" indent="0">
              <a:buNone/>
            </a:pPr>
            <a:r>
              <a:rPr lang="en-US" dirty="0">
                <a:solidFill>
                  <a:srgbClr val="140E12"/>
                </a:solidFill>
              </a:rPr>
              <a:t>frame</a:t>
            </a:r>
            <a:endParaRPr lang="en-IN" dirty="0">
              <a:solidFill>
                <a:srgbClr val="140E12"/>
              </a:solidFill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5C86934-0C18-2914-DB0E-837907069C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4088" y="1302024"/>
            <a:ext cx="6897696" cy="4929809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5E2D24EA-13A6-C1D6-CAC7-71263E8CF0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413560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BCBCC-62A9-1979-B4A7-0230E5788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</a:rPr>
              <a:t>Output</a:t>
            </a:r>
            <a:r>
              <a:rPr lang="en-IN" b="1" dirty="0">
                <a:solidFill>
                  <a:schemeClr val="tx1"/>
                </a:solidFill>
              </a:rPr>
              <a:t> </a:t>
            </a:r>
            <a:r>
              <a:rPr lang="en-IN" sz="3200" b="1" dirty="0">
                <a:solidFill>
                  <a:schemeClr val="tx1"/>
                </a:solidFill>
              </a:rPr>
              <a:t>Results</a:t>
            </a:r>
            <a:r>
              <a:rPr lang="en-IN" b="1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81B74B-9867-6847-3EB5-54F11F88C3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Model detects pig with bounding box </a:t>
            </a:r>
          </a:p>
          <a:p>
            <a:r>
              <a:rPr lang="en-US" dirty="0"/>
              <a:t>Displays confidence score </a:t>
            </a:r>
          </a:p>
          <a:p>
            <a:r>
              <a:rPr lang="en-US" dirty="0"/>
              <a:t>GUI updates detection status </a:t>
            </a:r>
          </a:p>
          <a:p>
            <a:r>
              <a:rPr lang="en-US" dirty="0"/>
              <a:t>Example: </a:t>
            </a:r>
          </a:p>
          <a:p>
            <a:pPr lvl="1"/>
            <a:r>
              <a:rPr lang="en-US" dirty="0"/>
              <a:t>“Pig Detected” shown on screen </a:t>
            </a:r>
          </a:p>
          <a:p>
            <a:pPr lvl="1"/>
            <a:r>
              <a:rPr lang="en-US" dirty="0"/>
              <a:t>Confidence: ~74% </a:t>
            </a:r>
          </a:p>
          <a:p>
            <a:r>
              <a:rPr lang="en-US" dirty="0"/>
              <a:t>Works in real-time video/webcam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6B4125-E983-D0AA-DA12-8C3CD5C22F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99383" y="2239587"/>
            <a:ext cx="7046843" cy="4161213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0CA1CA-2ABA-5B57-87F4-2D3B52964F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14706" y="449898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0649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3EFC3-9B7B-A7D7-9029-A5F3B861B2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tx1"/>
                </a:solidFill>
              </a:rPr>
              <a:t>Alert &amp; Deterrent System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8FAF43-C962-E028-983A-596779BBD8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LED indicates detection </a:t>
            </a:r>
          </a:p>
          <a:p>
            <a:r>
              <a:rPr lang="en-IN" dirty="0"/>
              <a:t>Buzzer generates frequency variation </a:t>
            </a:r>
          </a:p>
          <a:p>
            <a:r>
              <a:rPr lang="en-IN" dirty="0"/>
              <a:t>Laptop plays predator sound </a:t>
            </a:r>
          </a:p>
          <a:p>
            <a:r>
              <a:rPr lang="en-IN" dirty="0"/>
              <a:t>Continuous deterrent until object disappears </a:t>
            </a:r>
          </a:p>
          <a:p>
            <a:r>
              <a:rPr lang="en-IN" dirty="0"/>
              <a:t>Email alert sent to user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64DC95E-CA51-98E5-1EF7-FFB3DDA1E6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145" y="4000500"/>
            <a:ext cx="4503810" cy="2232853"/>
          </a:xfrm>
          <a:prstGeom prst="rect">
            <a:avLst/>
          </a:prstGeom>
        </p:spPr>
      </p:pic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AB9D32CD-BD9D-2A5C-EA2C-12F75D22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18160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3178629" cy="761060"/>
          </a:xfrm>
        </p:spPr>
        <p:txBody>
          <a:bodyPr/>
          <a:lstStyle/>
          <a:p>
            <a:r>
              <a:rPr lang="en-US" sz="3200" b="1" dirty="0">
                <a:solidFill>
                  <a:schemeClr val="tx1"/>
                </a:solidFill>
              </a:rPr>
              <a:t>Future scope:</a:t>
            </a:r>
            <a:endParaRPr lang="en-IN" sz="3200" b="1" dirty="0">
              <a:solidFill>
                <a:schemeClr val="tx1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82840" y="1198967"/>
            <a:ext cx="10160000" cy="4800600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sz="2000" dirty="0"/>
              <a:t>Use high-power ultrasonic transducers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Edge AI deployment (Jetson Nano / Raspberry Pi)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Solar-powered system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Mobile app integration </a:t>
            </a:r>
          </a:p>
          <a:p>
            <a:pPr>
              <a:lnSpc>
                <a:spcPct val="150000"/>
              </a:lnSpc>
            </a:pPr>
            <a:r>
              <a:rPr lang="en-IN" sz="2000" dirty="0"/>
              <a:t>Multi-animal detection</a:t>
            </a: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Slide Number Placeholder 4">
            <a:extLst>
              <a:ext uri="{FF2B5EF4-FFF2-40B4-BE49-F238E27FC236}">
                <a16:creationId xmlns:a16="http://schemas.microsoft.com/office/drawing/2014/main" id="{CE8E1D15-C914-1971-7F67-5B04DE83D2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0438724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C6548-5348-157A-D790-299DF46BC4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2609" y="1600200"/>
            <a:ext cx="10160000" cy="1143000"/>
          </a:xfrm>
        </p:spPr>
        <p:txBody>
          <a:bodyPr/>
          <a:lstStyle/>
          <a:p>
            <a:r>
              <a:rPr lang="en-IN" dirty="0">
                <a:solidFill>
                  <a:schemeClr val="tx1"/>
                </a:solidFill>
              </a:rPr>
              <a:t>CONCLUSION</a:t>
            </a:r>
            <a:r>
              <a:rPr lang="en-IN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7F993D-19A7-5FE4-82FC-BDBD665CC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2151601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9E1892-81E6-551C-7B5A-DEA682245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74526" y="2481963"/>
            <a:ext cx="5484369" cy="991119"/>
          </a:xfrm>
        </p:spPr>
        <p:txBody>
          <a:bodyPr/>
          <a:lstStyle/>
          <a:p>
            <a:r>
              <a:rPr lang="en-US" sz="6000" b="1" spc="600" dirty="0">
                <a:ln w="28575">
                  <a:noFill/>
                  <a:prstDash val="solid"/>
                </a:ln>
                <a:solidFill>
                  <a:schemeClr val="tx1"/>
                </a:solidFill>
                <a:latin typeface="Tw Cen MT" panose="020B0602020104020603" pitchFamily="34" charset="77"/>
              </a:rPr>
              <a:t>THANK YOU</a:t>
            </a:r>
            <a:endParaRPr lang="en-US" sz="6000" dirty="0">
              <a:solidFill>
                <a:schemeClr val="tx1"/>
              </a:solidFill>
            </a:endParaRPr>
          </a:p>
        </p:txBody>
      </p:sp>
      <p:sp>
        <p:nvSpPr>
          <p:cNvPr id="3" name="Slide Number Placeholder 4">
            <a:extLst>
              <a:ext uri="{FF2B5EF4-FFF2-40B4-BE49-F238E27FC236}">
                <a16:creationId xmlns:a16="http://schemas.microsoft.com/office/drawing/2014/main" id="{B5C75EC8-F3CC-E1A0-9E39-DD32366C7E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375717" y="5648960"/>
            <a:ext cx="731520" cy="396240"/>
          </a:xfrm>
        </p:spPr>
        <p:txBody>
          <a:bodyPr/>
          <a:lstStyle/>
          <a:p>
            <a:fld id="{294A09A9-5501-47C1-A89A-A340965A2BE2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770123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FE36E7-781E-5A9E-7BD0-56B06C131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LIMITATIONS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80A45B-65B6-B182-3AC0-55DB4F347B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Performance depends on lighting conditions </a:t>
            </a:r>
          </a:p>
          <a:p>
            <a:r>
              <a:rPr lang="en-IN" dirty="0"/>
              <a:t>Current system uses standard buzzer instead of true ultrasonic emitter </a:t>
            </a:r>
          </a:p>
          <a:p>
            <a:r>
              <a:rPr lang="en-IN" dirty="0"/>
              <a:t>Requires stable </a:t>
            </a:r>
            <a:r>
              <a:rPr lang="en-IN" dirty="0" err="1"/>
              <a:t>WiFi</a:t>
            </a:r>
            <a:r>
              <a:rPr lang="en-IN" dirty="0"/>
              <a:t> connection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C75AD2-5283-A5E9-EAAC-BE59FECBD6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94A09A9-5501-47C1-A89A-A340965A2BE2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927738"/>
      </p:ext>
    </p:extLst>
  </p:cSld>
  <p:clrMapOvr>
    <a:masterClrMapping/>
  </p:clrMapOvr>
</p:sld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Elegant Black &amp; White Thesis Defense by Slidesgo">
  <a:themeElements>
    <a:clrScheme name="Simple Light">
      <a:dk1>
        <a:srgbClr val="333333"/>
      </a:dk1>
      <a:lt1>
        <a:srgbClr val="FDFDFD"/>
      </a:lt1>
      <a:dk2>
        <a:srgbClr val="E8E7E7"/>
      </a:dk2>
      <a:lt2>
        <a:srgbClr val="B2B2B2"/>
      </a:lt2>
      <a:accent1>
        <a:srgbClr val="777777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3333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Adjacency">
  <a:themeElements>
    <a:clrScheme name="Adjacency">
      <a:dk1>
        <a:srgbClr val="2F2B20"/>
      </a:dk1>
      <a:lt1>
        <a:srgbClr val="FFFFFF"/>
      </a:lt1>
      <a:dk2>
        <a:srgbClr val="675E47"/>
      </a:dk2>
      <a:lt2>
        <a:srgbClr val="DFDCB7"/>
      </a:lt2>
      <a:accent1>
        <a:srgbClr val="A9A57C"/>
      </a:accent1>
      <a:accent2>
        <a:srgbClr val="9CBEBD"/>
      </a:accent2>
      <a:accent3>
        <a:srgbClr val="D2CB6C"/>
      </a:accent3>
      <a:accent4>
        <a:srgbClr val="95A39D"/>
      </a:accent4>
      <a:accent5>
        <a:srgbClr val="C89F5D"/>
      </a:accent5>
      <a:accent6>
        <a:srgbClr val="B1A089"/>
      </a:accent6>
      <a:hlink>
        <a:srgbClr val="D25814"/>
      </a:hlink>
      <a:folHlink>
        <a:srgbClr val="849A0A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5" ma:contentTypeDescription="Create a new document." ma:contentTypeScope="" ma:versionID="e02306daf00165b375dc6a58966960be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df88fb76bf5f555224557953949c1ec9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CF8670-35D1-4455-AC7A-762B7388BE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A4A3FD6-E6BF-490E-B6B4-6A011394B0EB}">
  <ds:schemaRefs>
    <ds:schemaRef ds:uri="http://schemas.microsoft.com/office/2006/documentManagement/types"/>
    <ds:schemaRef ds:uri="http://schemas.microsoft.com/office/2006/metadata/properties"/>
    <ds:schemaRef ds:uri="http://schemas.microsoft.com/sharepoint/v3"/>
    <ds:schemaRef ds:uri="230e9df3-be65-4c73-a93b-d1236ebd677e"/>
    <ds:schemaRef ds:uri="http://purl.org/dc/terms/"/>
    <ds:schemaRef ds:uri="http://schemas.openxmlformats.org/package/2006/metadata/core-properties"/>
    <ds:schemaRef ds:uri="16c05727-aa75-4e4a-9b5f-8a80a1165891"/>
    <ds:schemaRef ds:uri="http://purl.org/dc/dcmitype/"/>
    <ds:schemaRef ds:uri="http://schemas.microsoft.com/office/infopath/2007/PartnerControls"/>
    <ds:schemaRef ds:uri="71af3243-3dd4-4a8d-8c0d-dd76da1f02a5"/>
    <ds:schemaRef ds:uri="http://www.w3.org/XML/1998/namespace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43C4A95C-9007-4EA6-944B-306B6F2A0100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Elegant Black &amp; White Thesis Defense by Slidesgo</Template>
  <TotalTime>2656</TotalTime>
  <Words>472</Words>
  <Application>Microsoft Office PowerPoint</Application>
  <PresentationFormat>Widescreen</PresentationFormat>
  <Paragraphs>144</Paragraphs>
  <Slides>21</Slides>
  <Notes>1</Notes>
  <HiddenSlides>1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21</vt:i4>
      </vt:variant>
    </vt:vector>
  </HeadingPairs>
  <TitlesOfParts>
    <vt:vector size="34" baseType="lpstr">
      <vt:lpstr>Arial</vt:lpstr>
      <vt:lpstr>Calibri</vt:lpstr>
      <vt:lpstr>Cambria</vt:lpstr>
      <vt:lpstr>Figtree Black</vt:lpstr>
      <vt:lpstr>Hanken Grotesk</vt:lpstr>
      <vt:lpstr>Lato</vt:lpstr>
      <vt:lpstr>Nunito Light</vt:lpstr>
      <vt:lpstr>Proxima Nova</vt:lpstr>
      <vt:lpstr>Times New Roman</vt:lpstr>
      <vt:lpstr>Tw Cen MT</vt:lpstr>
      <vt:lpstr>Elegant Black &amp; White Thesis Defense by Slidesgo</vt:lpstr>
      <vt:lpstr>Slidesgo Final Pages</vt:lpstr>
      <vt:lpstr>Adjacency</vt:lpstr>
      <vt:lpstr>AI-Based Wild Animal Detection and Deterrent System</vt:lpstr>
      <vt:lpstr>Problem Description:</vt:lpstr>
      <vt:lpstr>Objective:</vt:lpstr>
      <vt:lpstr>Proposed Solution:</vt:lpstr>
      <vt:lpstr>Software Requirements:</vt:lpstr>
      <vt:lpstr>HARDWARE COMPONENTS</vt:lpstr>
      <vt:lpstr>System Architecture:</vt:lpstr>
      <vt:lpstr>WHY YOLO?</vt:lpstr>
      <vt:lpstr>YOLO Architecture</vt:lpstr>
      <vt:lpstr>PowerPoint Presentation</vt:lpstr>
      <vt:lpstr>How model Works ?</vt:lpstr>
      <vt:lpstr>Dataset &amp; Training</vt:lpstr>
      <vt:lpstr>MODEL PERFORMANCE</vt:lpstr>
      <vt:lpstr>PowerPoint Presentation</vt:lpstr>
      <vt:lpstr>Implementation / GUI</vt:lpstr>
      <vt:lpstr>Output Results </vt:lpstr>
      <vt:lpstr>Alert &amp; Deterrent System </vt:lpstr>
      <vt:lpstr>Future scope:</vt:lpstr>
      <vt:lpstr>CONCLUSION </vt:lpstr>
      <vt:lpstr>THANK YOU</vt:lpstr>
      <vt:lpstr>LIMITATIONS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REAL Time-tablet BOX DESIGN using esp32</dc:title>
  <dc:creator>Abinesh M A</dc:creator>
  <cp:lastModifiedBy>Sivabalan R</cp:lastModifiedBy>
  <cp:revision>102</cp:revision>
  <dcterms:created xsi:type="dcterms:W3CDTF">2022-10-27T00:37:19Z</dcterms:created>
  <dcterms:modified xsi:type="dcterms:W3CDTF">2026-05-08T05:54:52Z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